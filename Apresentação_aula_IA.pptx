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3.xml" ContentType="application/vnd.openxmlformats-officedocument.theme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heme/theme4.xml" ContentType="application/vnd.openxmlformats-officedocument.theme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notesSlides/notesSlide1.xml" ContentType="application/vnd.openxmlformats-officedocument.presentationml.notesSlide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954" r:id="rId3"/>
  </p:sldMasterIdLst>
  <p:notesMasterIdLst>
    <p:notesMasterId r:id="rId9"/>
  </p:notesMasterIdLst>
  <p:sldIdLst>
    <p:sldId id="256" r:id="rId4"/>
    <p:sldId id="285" r:id="rId5"/>
    <p:sldId id="287" r:id="rId6"/>
    <p:sldId id="286" r:id="rId7"/>
    <p:sldId id="28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Destino após precipitação</c:v>
                </c:pt>
              </c:strCache>
            </c:strRef>
          </c:tx>
          <c:spPr>
            <a:solidFill>
              <a:srgbClr val="2468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A8-4A82-AB95-E2BBD7E4C3BE}"/>
              </c:ext>
            </c:extLst>
          </c:dPt>
          <c:dPt>
            <c:idx val="1"/>
            <c:invertIfNegative val="0"/>
            <c:bubble3D val="0"/>
            <c:spPr>
              <a:solidFill>
                <a:srgbClr val="8AAC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A8-4A82-AB95-E2BBD7E4C3BE}"/>
              </c:ext>
            </c:extLst>
          </c:dPt>
          <c:dPt>
            <c:idx val="2"/>
            <c:invertIfNegative val="0"/>
            <c:bubble3D val="0"/>
            <c:spPr>
              <a:solidFill>
                <a:srgbClr val="C7D5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A8-4A82-AB95-E2BBD7E4C3BE}"/>
              </c:ext>
            </c:extLst>
          </c:dPt>
          <c:dPt>
            <c:idx val="3"/>
            <c:invertIfNegative val="0"/>
            <c:bubble3D val="0"/>
            <c:spPr>
              <a:solidFill>
                <a:srgbClr val="DCE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A8-4A82-AB95-E2BBD7E4C3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0404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Infiltração (aquíferos/nascentes)</c:v>
                </c:pt>
                <c:pt idx="1">
                  <c:v>Escoamento (rios/lagos/oceanos)</c:v>
                </c:pt>
                <c:pt idx="2">
                  <c:v>Evapotranspiração imediata</c:v>
                </c:pt>
                <c:pt idx="3">
                  <c:v>Armazenamento temporário (solo/neve)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A8-4A82-AB95-E2BBD7E4C3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54F7D-19EF-407A-86B7-155A4BC16260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893B1-907F-43F3-9268-64903B33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21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1.jpe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13" Type="http://schemas.openxmlformats.org/officeDocument/2006/relationships/image" Target="../media/image10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image" Target="../media/image9.sv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8.png"/><Relationship Id="rId5" Type="http://schemas.openxmlformats.org/officeDocument/2006/relationships/tags" Target="../tags/tag50.xml"/><Relationship Id="rId15" Type="http://schemas.openxmlformats.org/officeDocument/2006/relationships/image" Target="../media/image1.jpeg"/><Relationship Id="rId10" Type="http://schemas.openxmlformats.org/officeDocument/2006/relationships/image" Target="../media/image7.svg"/><Relationship Id="rId4" Type="http://schemas.openxmlformats.org/officeDocument/2006/relationships/tags" Target="../tags/tag49.xml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13" Type="http://schemas.openxmlformats.org/officeDocument/2006/relationships/image" Target="../media/image1.jpe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11.sv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10.png"/><Relationship Id="rId5" Type="http://schemas.openxmlformats.org/officeDocument/2006/relationships/tags" Target="../tags/tag57.xml"/><Relationship Id="rId10" Type="http://schemas.openxmlformats.org/officeDocument/2006/relationships/image" Target="../media/image9.svg"/><Relationship Id="rId4" Type="http://schemas.openxmlformats.org/officeDocument/2006/relationships/tags" Target="../tags/tag56.xml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13" Type="http://schemas.openxmlformats.org/officeDocument/2006/relationships/image" Target="../media/image10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9.sv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8.png"/><Relationship Id="rId5" Type="http://schemas.openxmlformats.org/officeDocument/2006/relationships/tags" Target="../tags/tag64.xml"/><Relationship Id="rId15" Type="http://schemas.openxmlformats.org/officeDocument/2006/relationships/image" Target="../media/image1.jpeg"/><Relationship Id="rId10" Type="http://schemas.openxmlformats.org/officeDocument/2006/relationships/image" Target="../media/image7.svg"/><Relationship Id="rId4" Type="http://schemas.openxmlformats.org/officeDocument/2006/relationships/tags" Target="../tags/tag63.xml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69.xml"/><Relationship Id="rId7" Type="http://schemas.openxmlformats.org/officeDocument/2006/relationships/image" Target="../media/image5.sv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73.xml"/><Relationship Id="rId7" Type="http://schemas.openxmlformats.org/officeDocument/2006/relationships/image" Target="../media/image13.sv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77.xml"/><Relationship Id="rId7" Type="http://schemas.openxmlformats.org/officeDocument/2006/relationships/image" Target="../media/image5.sv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81.xml"/><Relationship Id="rId7" Type="http://schemas.openxmlformats.org/officeDocument/2006/relationships/image" Target="../media/image5.sv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5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.jpe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5.svg"/><Relationship Id="rId5" Type="http://schemas.openxmlformats.org/officeDocument/2006/relationships/tags" Target="../tags/tag87.xml"/><Relationship Id="rId10" Type="http://schemas.openxmlformats.org/officeDocument/2006/relationships/image" Target="../media/image4.png"/><Relationship Id="rId4" Type="http://schemas.openxmlformats.org/officeDocument/2006/relationships/tags" Target="../tags/tag86.xml"/><Relationship Id="rId9" Type="http://schemas.openxmlformats.org/officeDocument/2006/relationships/image" Target="../media/image14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91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.jpe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5.svg"/><Relationship Id="rId5" Type="http://schemas.openxmlformats.org/officeDocument/2006/relationships/tags" Target="../tags/tag93.xml"/><Relationship Id="rId10" Type="http://schemas.openxmlformats.org/officeDocument/2006/relationships/image" Target="../media/image4.png"/><Relationship Id="rId4" Type="http://schemas.openxmlformats.org/officeDocument/2006/relationships/tags" Target="../tags/tag92.xml"/><Relationship Id="rId9" Type="http://schemas.openxmlformats.org/officeDocument/2006/relationships/image" Target="../media/image14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7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.jpe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image" Target="../media/image5.svg"/><Relationship Id="rId5" Type="http://schemas.openxmlformats.org/officeDocument/2006/relationships/tags" Target="../tags/tag99.xml"/><Relationship Id="rId10" Type="http://schemas.openxmlformats.org/officeDocument/2006/relationships/image" Target="../media/image4.png"/><Relationship Id="rId4" Type="http://schemas.openxmlformats.org/officeDocument/2006/relationships/tags" Target="../tags/tag98.xml"/><Relationship Id="rId9" Type="http://schemas.openxmlformats.org/officeDocument/2006/relationships/image" Target="../media/image3.sv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image" Target="../media/image18.svg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image" Target="../media/image17.png"/><Relationship Id="rId2" Type="http://schemas.openxmlformats.org/officeDocument/2006/relationships/tags" Target="../tags/tag102.xml"/><Relationship Id="rId16" Type="http://schemas.openxmlformats.org/officeDocument/2006/relationships/image" Target="../media/image1.jpe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image" Target="../media/image16.svg"/><Relationship Id="rId5" Type="http://schemas.openxmlformats.org/officeDocument/2006/relationships/tags" Target="../tags/tag105.xml"/><Relationship Id="rId15" Type="http://schemas.openxmlformats.org/officeDocument/2006/relationships/image" Target="../media/image19.svg"/><Relationship Id="rId10" Type="http://schemas.openxmlformats.org/officeDocument/2006/relationships/image" Target="../media/image15.png"/><Relationship Id="rId4" Type="http://schemas.openxmlformats.org/officeDocument/2006/relationships/tags" Target="../tags/tag104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12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image" Target="../media/image21.svg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image" Target="../media/image4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20.svg"/><Relationship Id="rId5" Type="http://schemas.openxmlformats.org/officeDocument/2006/relationships/tags" Target="../tags/tag113.xml"/><Relationship Id="rId15" Type="http://schemas.openxmlformats.org/officeDocument/2006/relationships/image" Target="../media/image1.jpeg"/><Relationship Id="rId10" Type="http://schemas.openxmlformats.org/officeDocument/2006/relationships/image" Target="../media/image2.png"/><Relationship Id="rId4" Type="http://schemas.openxmlformats.org/officeDocument/2006/relationships/tags" Target="../tags/tag112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5.sv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image" Target="../media/image18.svg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image" Target="../media/image17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image" Target="../media/image5.svg"/><Relationship Id="rId5" Type="http://schemas.openxmlformats.org/officeDocument/2006/relationships/tags" Target="../tags/tag121.xml"/><Relationship Id="rId10" Type="http://schemas.openxmlformats.org/officeDocument/2006/relationships/image" Target="../media/image4.png"/><Relationship Id="rId4" Type="http://schemas.openxmlformats.org/officeDocument/2006/relationships/tags" Target="../tags/tag120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1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image" Target="../media/image5.svg"/><Relationship Id="rId18" Type="http://schemas.openxmlformats.org/officeDocument/2006/relationships/image" Target="../media/image2.png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image" Target="../media/image4.png"/><Relationship Id="rId17" Type="http://schemas.openxmlformats.org/officeDocument/2006/relationships/image" Target="../media/image14.svg"/><Relationship Id="rId2" Type="http://schemas.openxmlformats.org/officeDocument/2006/relationships/tags" Target="../tags/tag126.xml"/><Relationship Id="rId16" Type="http://schemas.openxmlformats.org/officeDocument/2006/relationships/image" Target="../media/image12.png"/><Relationship Id="rId20" Type="http://schemas.openxmlformats.org/officeDocument/2006/relationships/image" Target="../media/image1.jpeg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9.xml"/><Relationship Id="rId15" Type="http://schemas.openxmlformats.org/officeDocument/2006/relationships/image" Target="../media/image18.svg"/><Relationship Id="rId10" Type="http://schemas.openxmlformats.org/officeDocument/2006/relationships/tags" Target="../tags/tag134.xml"/><Relationship Id="rId19" Type="http://schemas.openxmlformats.org/officeDocument/2006/relationships/image" Target="../media/image3.svg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image" Target="../media/image17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image" Target="../media/image5.svg"/><Relationship Id="rId18" Type="http://schemas.openxmlformats.org/officeDocument/2006/relationships/image" Target="../media/image1.jpe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image" Target="../media/image4.png"/><Relationship Id="rId17" Type="http://schemas.openxmlformats.org/officeDocument/2006/relationships/image" Target="../media/image3.svg"/><Relationship Id="rId2" Type="http://schemas.openxmlformats.org/officeDocument/2006/relationships/tags" Target="../tags/tag136.xml"/><Relationship Id="rId16" Type="http://schemas.openxmlformats.org/officeDocument/2006/relationships/image" Target="../media/image2.pn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9.xml"/><Relationship Id="rId15" Type="http://schemas.openxmlformats.org/officeDocument/2006/relationships/image" Target="../media/image18.svg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image" Target="../media/image1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10" Type="http://schemas.openxmlformats.org/officeDocument/2006/relationships/image" Target="../media/image1.jpeg"/><Relationship Id="rId4" Type="http://schemas.openxmlformats.org/officeDocument/2006/relationships/tags" Target="../tags/tag154.xml"/><Relationship Id="rId9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image" Target="../media/image1.jpeg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2" Type="http://schemas.openxmlformats.org/officeDocument/2006/relationships/tags" Target="../tags/tag171.xml"/><Relationship Id="rId16" Type="http://schemas.openxmlformats.org/officeDocument/2006/relationships/image" Target="../media/image1.jpeg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79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86.xml"/><Relationship Id="rId7" Type="http://schemas.openxmlformats.org/officeDocument/2006/relationships/image" Target="../media/image23.sv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22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7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90.xml"/><Relationship Id="rId7" Type="http://schemas.openxmlformats.org/officeDocument/2006/relationships/image" Target="../media/image23.svg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image" Target="../media/image22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1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94.xml"/><Relationship Id="rId7" Type="http://schemas.openxmlformats.org/officeDocument/2006/relationships/image" Target="../media/image23.sv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image" Target="../media/image22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5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98.xml"/><Relationship Id="rId7" Type="http://schemas.openxmlformats.org/officeDocument/2006/relationships/image" Target="../media/image23.svg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image" Target="../media/image22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9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13" Type="http://schemas.openxmlformats.org/officeDocument/2006/relationships/image" Target="../media/image14.svg"/><Relationship Id="rId18" Type="http://schemas.openxmlformats.org/officeDocument/2006/relationships/image" Target="../media/image1.jpeg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12" Type="http://schemas.openxmlformats.org/officeDocument/2006/relationships/image" Target="../media/image12.png"/><Relationship Id="rId17" Type="http://schemas.openxmlformats.org/officeDocument/2006/relationships/image" Target="../media/image3.svg"/><Relationship Id="rId2" Type="http://schemas.openxmlformats.org/officeDocument/2006/relationships/tags" Target="../tags/tag201.xml"/><Relationship Id="rId16" Type="http://schemas.openxmlformats.org/officeDocument/2006/relationships/image" Target="../media/image2.png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04.xml"/><Relationship Id="rId15" Type="http://schemas.openxmlformats.org/officeDocument/2006/relationships/image" Target="../media/image5.svg"/><Relationship Id="rId10" Type="http://schemas.openxmlformats.org/officeDocument/2006/relationships/tags" Target="../tags/tag209.xml"/><Relationship Id="rId4" Type="http://schemas.openxmlformats.org/officeDocument/2006/relationships/tags" Target="../tags/tag203.xml"/><Relationship Id="rId9" Type="http://schemas.openxmlformats.org/officeDocument/2006/relationships/tags" Target="../tags/tag208.xml"/><Relationship Id="rId14" Type="http://schemas.openxmlformats.org/officeDocument/2006/relationships/image" Target="../media/image4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image" Target="../media/image12.png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1.jpeg"/><Relationship Id="rId2" Type="http://schemas.openxmlformats.org/officeDocument/2006/relationships/tags" Target="../tags/tag211.xml"/><Relationship Id="rId16" Type="http://schemas.openxmlformats.org/officeDocument/2006/relationships/image" Target="../media/image5.svg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image" Target="../media/image4.png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image" Target="../media/image19.sv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13" Type="http://schemas.openxmlformats.org/officeDocument/2006/relationships/tags" Target="../tags/tag233.xml"/><Relationship Id="rId18" Type="http://schemas.openxmlformats.org/officeDocument/2006/relationships/image" Target="../media/image4.png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tags" Target="../tags/tag232.xml"/><Relationship Id="rId17" Type="http://schemas.openxmlformats.org/officeDocument/2006/relationships/image" Target="../media/image19.svg"/><Relationship Id="rId2" Type="http://schemas.openxmlformats.org/officeDocument/2006/relationships/tags" Target="../tags/tag222.xml"/><Relationship Id="rId16" Type="http://schemas.openxmlformats.org/officeDocument/2006/relationships/image" Target="../media/image12.png"/><Relationship Id="rId20" Type="http://schemas.openxmlformats.org/officeDocument/2006/relationships/image" Target="../media/image1.jpeg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tags" Target="../tags/tag231.xml"/><Relationship Id="rId5" Type="http://schemas.openxmlformats.org/officeDocument/2006/relationships/tags" Target="../tags/tag225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30.xml"/><Relationship Id="rId19" Type="http://schemas.openxmlformats.org/officeDocument/2006/relationships/image" Target="../media/image5.svg"/><Relationship Id="rId4" Type="http://schemas.openxmlformats.org/officeDocument/2006/relationships/tags" Target="../tags/tag224.xml"/><Relationship Id="rId9" Type="http://schemas.openxmlformats.org/officeDocument/2006/relationships/tags" Target="../tags/tag229.xml"/><Relationship Id="rId14" Type="http://schemas.openxmlformats.org/officeDocument/2006/relationships/tags" Target="../tags/tag234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10" Type="http://schemas.openxmlformats.org/officeDocument/2006/relationships/tags" Target="../tags/tag244.xml"/><Relationship Id="rId19" Type="http://schemas.openxmlformats.org/officeDocument/2006/relationships/image" Target="../media/image1.jpeg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13" Type="http://schemas.openxmlformats.org/officeDocument/2006/relationships/tags" Target="../tags/tag264.xml"/><Relationship Id="rId18" Type="http://schemas.openxmlformats.org/officeDocument/2006/relationships/tags" Target="../tags/tag269.xml"/><Relationship Id="rId3" Type="http://schemas.openxmlformats.org/officeDocument/2006/relationships/tags" Target="../tags/tag254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20" Type="http://schemas.openxmlformats.org/officeDocument/2006/relationships/tags" Target="../tags/tag271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5" Type="http://schemas.openxmlformats.org/officeDocument/2006/relationships/tags" Target="../tags/tag256.xml"/><Relationship Id="rId15" Type="http://schemas.openxmlformats.org/officeDocument/2006/relationships/tags" Target="../tags/tag266.xml"/><Relationship Id="rId10" Type="http://schemas.openxmlformats.org/officeDocument/2006/relationships/tags" Target="../tags/tag261.xml"/><Relationship Id="rId19" Type="http://schemas.openxmlformats.org/officeDocument/2006/relationships/tags" Target="../tags/tag270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Relationship Id="rId22" Type="http://schemas.openxmlformats.org/officeDocument/2006/relationships/image" Target="../media/image1.jpe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13" Type="http://schemas.openxmlformats.org/officeDocument/2006/relationships/image" Target="../media/image4.png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1.jpeg"/><Relationship Id="rId2" Type="http://schemas.openxmlformats.org/officeDocument/2006/relationships/tags" Target="../tags/tag273.xml"/><Relationship Id="rId16" Type="http://schemas.openxmlformats.org/officeDocument/2006/relationships/image" Target="../media/image3.svg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tags" Target="../tags/tag282.xml"/><Relationship Id="rId5" Type="http://schemas.openxmlformats.org/officeDocument/2006/relationships/tags" Target="../tags/tag276.xml"/><Relationship Id="rId15" Type="http://schemas.openxmlformats.org/officeDocument/2006/relationships/image" Target="../media/image2.png"/><Relationship Id="rId10" Type="http://schemas.openxmlformats.org/officeDocument/2006/relationships/tags" Target="../tags/tag281.xml"/><Relationship Id="rId4" Type="http://schemas.openxmlformats.org/officeDocument/2006/relationships/tags" Target="../tags/tag275.xml"/><Relationship Id="rId9" Type="http://schemas.openxmlformats.org/officeDocument/2006/relationships/tags" Target="../tags/tag280.xml"/><Relationship Id="rId14" Type="http://schemas.openxmlformats.org/officeDocument/2006/relationships/image" Target="../media/image5.sv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tags" Target="../tags/tag295.xml"/><Relationship Id="rId18" Type="http://schemas.openxmlformats.org/officeDocument/2006/relationships/image" Target="../media/image2.png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tags" Target="../tags/tag294.xml"/><Relationship Id="rId17" Type="http://schemas.openxmlformats.org/officeDocument/2006/relationships/image" Target="../media/image5.svg"/><Relationship Id="rId2" Type="http://schemas.openxmlformats.org/officeDocument/2006/relationships/tags" Target="../tags/tag284.xml"/><Relationship Id="rId16" Type="http://schemas.openxmlformats.org/officeDocument/2006/relationships/image" Target="../media/image4.png"/><Relationship Id="rId20" Type="http://schemas.openxmlformats.org/officeDocument/2006/relationships/image" Target="../media/image1.jpeg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tags" Target="../tags/tag293.xml"/><Relationship Id="rId5" Type="http://schemas.openxmlformats.org/officeDocument/2006/relationships/tags" Target="../tags/tag287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92.xml"/><Relationship Id="rId19" Type="http://schemas.openxmlformats.org/officeDocument/2006/relationships/image" Target="../media/image3.svg"/><Relationship Id="rId4" Type="http://schemas.openxmlformats.org/officeDocument/2006/relationships/tags" Target="../tags/tag286.xml"/><Relationship Id="rId9" Type="http://schemas.openxmlformats.org/officeDocument/2006/relationships/tags" Target="../tags/tag291.xml"/><Relationship Id="rId14" Type="http://schemas.openxmlformats.org/officeDocument/2006/relationships/tags" Target="../tags/tag296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304.xml"/><Relationship Id="rId13" Type="http://schemas.openxmlformats.org/officeDocument/2006/relationships/tags" Target="../tags/tag309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99.xml"/><Relationship Id="rId7" Type="http://schemas.openxmlformats.org/officeDocument/2006/relationships/tags" Target="../tags/tag303.xml"/><Relationship Id="rId12" Type="http://schemas.openxmlformats.org/officeDocument/2006/relationships/tags" Target="../tags/tag308.xml"/><Relationship Id="rId17" Type="http://schemas.openxmlformats.org/officeDocument/2006/relationships/tags" Target="../tags/tag313.xml"/><Relationship Id="rId2" Type="http://schemas.openxmlformats.org/officeDocument/2006/relationships/tags" Target="../tags/tag298.xml"/><Relationship Id="rId16" Type="http://schemas.openxmlformats.org/officeDocument/2006/relationships/tags" Target="../tags/tag312.xm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11" Type="http://schemas.openxmlformats.org/officeDocument/2006/relationships/tags" Target="../tags/tag307.xml"/><Relationship Id="rId5" Type="http://schemas.openxmlformats.org/officeDocument/2006/relationships/tags" Target="../tags/tag301.xml"/><Relationship Id="rId15" Type="http://schemas.openxmlformats.org/officeDocument/2006/relationships/tags" Target="../tags/tag311.xml"/><Relationship Id="rId10" Type="http://schemas.openxmlformats.org/officeDocument/2006/relationships/tags" Target="../tags/tag306.xml"/><Relationship Id="rId19" Type="http://schemas.openxmlformats.org/officeDocument/2006/relationships/image" Target="../media/image1.jpeg"/><Relationship Id="rId4" Type="http://schemas.openxmlformats.org/officeDocument/2006/relationships/tags" Target="../tags/tag300.xml"/><Relationship Id="rId9" Type="http://schemas.openxmlformats.org/officeDocument/2006/relationships/tags" Target="../tags/tag305.xml"/><Relationship Id="rId14" Type="http://schemas.openxmlformats.org/officeDocument/2006/relationships/tags" Target="../tags/tag310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321.xml"/><Relationship Id="rId13" Type="http://schemas.openxmlformats.org/officeDocument/2006/relationships/tags" Target="../tags/tag326.xml"/><Relationship Id="rId18" Type="http://schemas.openxmlformats.org/officeDocument/2006/relationships/tags" Target="../tags/tag331.xml"/><Relationship Id="rId3" Type="http://schemas.openxmlformats.org/officeDocument/2006/relationships/tags" Target="../tags/tag316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320.xml"/><Relationship Id="rId12" Type="http://schemas.openxmlformats.org/officeDocument/2006/relationships/tags" Target="../tags/tag325.xml"/><Relationship Id="rId17" Type="http://schemas.openxmlformats.org/officeDocument/2006/relationships/tags" Target="../tags/tag330.xml"/><Relationship Id="rId2" Type="http://schemas.openxmlformats.org/officeDocument/2006/relationships/tags" Target="../tags/tag315.xml"/><Relationship Id="rId16" Type="http://schemas.openxmlformats.org/officeDocument/2006/relationships/tags" Target="../tags/tag329.xml"/><Relationship Id="rId20" Type="http://schemas.openxmlformats.org/officeDocument/2006/relationships/tags" Target="../tags/tag333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tags" Target="../tags/tag324.xml"/><Relationship Id="rId5" Type="http://schemas.openxmlformats.org/officeDocument/2006/relationships/tags" Target="../tags/tag318.xml"/><Relationship Id="rId15" Type="http://schemas.openxmlformats.org/officeDocument/2006/relationships/tags" Target="../tags/tag328.xml"/><Relationship Id="rId10" Type="http://schemas.openxmlformats.org/officeDocument/2006/relationships/tags" Target="../tags/tag323.xml"/><Relationship Id="rId19" Type="http://schemas.openxmlformats.org/officeDocument/2006/relationships/tags" Target="../tags/tag332.xml"/><Relationship Id="rId4" Type="http://schemas.openxmlformats.org/officeDocument/2006/relationships/tags" Target="../tags/tag317.xml"/><Relationship Id="rId9" Type="http://schemas.openxmlformats.org/officeDocument/2006/relationships/tags" Target="../tags/tag322.xml"/><Relationship Id="rId14" Type="http://schemas.openxmlformats.org/officeDocument/2006/relationships/tags" Target="../tags/tag327.xml"/><Relationship Id="rId22" Type="http://schemas.openxmlformats.org/officeDocument/2006/relationships/image" Target="../media/image1.jpe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tags" Target="../tags/tag335.xml"/><Relationship Id="rId16" Type="http://schemas.openxmlformats.org/officeDocument/2006/relationships/image" Target="../media/image28.png"/><Relationship Id="rId20" Type="http://schemas.openxmlformats.org/officeDocument/2006/relationships/image" Target="../media/image1.jpeg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38.xml"/><Relationship Id="rId15" Type="http://schemas.openxmlformats.org/officeDocument/2006/relationships/image" Target="../media/image27.svg"/><Relationship Id="rId10" Type="http://schemas.openxmlformats.org/officeDocument/2006/relationships/tags" Target="../tags/tag343.xml"/><Relationship Id="rId19" Type="http://schemas.openxmlformats.org/officeDocument/2006/relationships/image" Target="../media/image31.svg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image" Target="../media/image26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351.xml"/><Relationship Id="rId13" Type="http://schemas.openxmlformats.org/officeDocument/2006/relationships/image" Target="../media/image33.svg"/><Relationship Id="rId18" Type="http://schemas.openxmlformats.org/officeDocument/2006/relationships/image" Target="../media/image34.png"/><Relationship Id="rId3" Type="http://schemas.openxmlformats.org/officeDocument/2006/relationships/tags" Target="../tags/tag346.xml"/><Relationship Id="rId7" Type="http://schemas.openxmlformats.org/officeDocument/2006/relationships/tags" Target="../tags/tag350.xml"/><Relationship Id="rId12" Type="http://schemas.openxmlformats.org/officeDocument/2006/relationships/image" Target="../media/image32.png"/><Relationship Id="rId17" Type="http://schemas.openxmlformats.org/officeDocument/2006/relationships/image" Target="../media/image29.svg"/><Relationship Id="rId2" Type="http://schemas.openxmlformats.org/officeDocument/2006/relationships/tags" Target="../tags/tag345.xml"/><Relationship Id="rId16" Type="http://schemas.openxmlformats.org/officeDocument/2006/relationships/image" Target="../media/image28.png"/><Relationship Id="rId20" Type="http://schemas.openxmlformats.org/officeDocument/2006/relationships/image" Target="../media/image1.jpeg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48.xml"/><Relationship Id="rId15" Type="http://schemas.openxmlformats.org/officeDocument/2006/relationships/image" Target="../media/image27.svg"/><Relationship Id="rId10" Type="http://schemas.openxmlformats.org/officeDocument/2006/relationships/tags" Target="../tags/tag353.xml"/><Relationship Id="rId19" Type="http://schemas.openxmlformats.org/officeDocument/2006/relationships/image" Target="../media/image35.svg"/><Relationship Id="rId4" Type="http://schemas.openxmlformats.org/officeDocument/2006/relationships/tags" Target="../tags/tag347.xml"/><Relationship Id="rId9" Type="http://schemas.openxmlformats.org/officeDocument/2006/relationships/tags" Target="../tags/tag352.xml"/><Relationship Id="rId14" Type="http://schemas.openxmlformats.org/officeDocument/2006/relationships/image" Target="../media/image2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56.xml"/><Relationship Id="rId7" Type="http://schemas.openxmlformats.org/officeDocument/2006/relationships/image" Target="../media/image1.jpeg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59.xml"/><Relationship Id="rId7" Type="http://schemas.openxmlformats.org/officeDocument/2006/relationships/image" Target="../media/image1.jpeg"/><Relationship Id="rId2" Type="http://schemas.openxmlformats.org/officeDocument/2006/relationships/tags" Target="../tags/tag358.xml"/><Relationship Id="rId1" Type="http://schemas.openxmlformats.org/officeDocument/2006/relationships/tags" Target="../tags/tag35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7" Type="http://schemas.openxmlformats.org/officeDocument/2006/relationships/image" Target="../media/image1.jpeg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ags" Target="../tags/tag365.xml"/><Relationship Id="rId7" Type="http://schemas.openxmlformats.org/officeDocument/2006/relationships/image" Target="../media/image4.png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9" Type="http://schemas.openxmlformats.org/officeDocument/2006/relationships/image" Target="../media/image1.jpe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75.xml"/><Relationship Id="rId3" Type="http://schemas.openxmlformats.org/officeDocument/2006/relationships/tags" Target="../tags/tag370.xml"/><Relationship Id="rId7" Type="http://schemas.openxmlformats.org/officeDocument/2006/relationships/tags" Target="../tags/tag374.xml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10" Type="http://schemas.openxmlformats.org/officeDocument/2006/relationships/image" Target="../media/image1.jpeg"/><Relationship Id="rId4" Type="http://schemas.openxmlformats.org/officeDocument/2006/relationships/tags" Target="../tags/tag371.xml"/><Relationship Id="rId9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83.xml"/><Relationship Id="rId3" Type="http://schemas.openxmlformats.org/officeDocument/2006/relationships/tags" Target="../tags/tag378.xml"/><Relationship Id="rId7" Type="http://schemas.openxmlformats.org/officeDocument/2006/relationships/tags" Target="../tags/tag382.xml"/><Relationship Id="rId12" Type="http://schemas.openxmlformats.org/officeDocument/2006/relationships/image" Target="../media/image1.jpeg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tags" Target="../tags/tag38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80.xml"/><Relationship Id="rId10" Type="http://schemas.openxmlformats.org/officeDocument/2006/relationships/tags" Target="../tags/tag385.xml"/><Relationship Id="rId4" Type="http://schemas.openxmlformats.org/officeDocument/2006/relationships/tags" Target="../tags/tag379.xml"/><Relationship Id="rId9" Type="http://schemas.openxmlformats.org/officeDocument/2006/relationships/tags" Target="../tags/tag38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393.xml"/><Relationship Id="rId13" Type="http://schemas.openxmlformats.org/officeDocument/2006/relationships/tags" Target="../tags/tag398.xml"/><Relationship Id="rId18" Type="http://schemas.openxmlformats.org/officeDocument/2006/relationships/image" Target="../media/image1.jpeg"/><Relationship Id="rId3" Type="http://schemas.openxmlformats.org/officeDocument/2006/relationships/tags" Target="../tags/tag388.xml"/><Relationship Id="rId7" Type="http://schemas.openxmlformats.org/officeDocument/2006/relationships/tags" Target="../tags/tag392.xml"/><Relationship Id="rId12" Type="http://schemas.openxmlformats.org/officeDocument/2006/relationships/tags" Target="../tags/tag397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87.xml"/><Relationship Id="rId16" Type="http://schemas.openxmlformats.org/officeDocument/2006/relationships/tags" Target="../tags/tag401.xml"/><Relationship Id="rId1" Type="http://schemas.openxmlformats.org/officeDocument/2006/relationships/tags" Target="../tags/tag386.xml"/><Relationship Id="rId6" Type="http://schemas.openxmlformats.org/officeDocument/2006/relationships/tags" Target="../tags/tag391.xml"/><Relationship Id="rId11" Type="http://schemas.openxmlformats.org/officeDocument/2006/relationships/tags" Target="../tags/tag396.xml"/><Relationship Id="rId5" Type="http://schemas.openxmlformats.org/officeDocument/2006/relationships/tags" Target="../tags/tag390.xml"/><Relationship Id="rId15" Type="http://schemas.openxmlformats.org/officeDocument/2006/relationships/tags" Target="../tags/tag400.xml"/><Relationship Id="rId10" Type="http://schemas.openxmlformats.org/officeDocument/2006/relationships/tags" Target="../tags/tag395.xml"/><Relationship Id="rId4" Type="http://schemas.openxmlformats.org/officeDocument/2006/relationships/tags" Target="../tags/tag389.xml"/><Relationship Id="rId9" Type="http://schemas.openxmlformats.org/officeDocument/2006/relationships/tags" Target="../tags/tag394.xml"/><Relationship Id="rId14" Type="http://schemas.openxmlformats.org/officeDocument/2006/relationships/tags" Target="../tags/tag399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3.xml"/><Relationship Id="rId1" Type="http://schemas.openxmlformats.org/officeDocument/2006/relationships/tags" Target="../tags/tag402.xml"/><Relationship Id="rId4" Type="http://schemas.openxmlformats.org/officeDocument/2006/relationships/image" Target="../media/image1.jpe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06.xml"/><Relationship Id="rId7" Type="http://schemas.openxmlformats.org/officeDocument/2006/relationships/image" Target="../media/image37.svg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6" Type="http://schemas.openxmlformats.org/officeDocument/2006/relationships/image" Target="../media/image36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07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15.xml"/><Relationship Id="rId13" Type="http://schemas.openxmlformats.org/officeDocument/2006/relationships/image" Target="../media/image1.jpeg"/><Relationship Id="rId3" Type="http://schemas.openxmlformats.org/officeDocument/2006/relationships/tags" Target="../tags/tag410.xml"/><Relationship Id="rId7" Type="http://schemas.openxmlformats.org/officeDocument/2006/relationships/tags" Target="../tags/tag41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09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11" Type="http://schemas.openxmlformats.org/officeDocument/2006/relationships/tags" Target="../tags/tag418.xml"/><Relationship Id="rId5" Type="http://schemas.openxmlformats.org/officeDocument/2006/relationships/tags" Target="../tags/tag412.xml"/><Relationship Id="rId10" Type="http://schemas.openxmlformats.org/officeDocument/2006/relationships/tags" Target="../tags/tag417.xml"/><Relationship Id="rId4" Type="http://schemas.openxmlformats.org/officeDocument/2006/relationships/tags" Target="../tags/tag411.xml"/><Relationship Id="rId9" Type="http://schemas.openxmlformats.org/officeDocument/2006/relationships/tags" Target="../tags/tag416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426.xml"/><Relationship Id="rId13" Type="http://schemas.openxmlformats.org/officeDocument/2006/relationships/image" Target="../media/image4.png"/><Relationship Id="rId3" Type="http://schemas.openxmlformats.org/officeDocument/2006/relationships/tags" Target="../tags/tag421.xml"/><Relationship Id="rId7" Type="http://schemas.openxmlformats.org/officeDocument/2006/relationships/tags" Target="../tags/tag425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1.jpeg"/><Relationship Id="rId2" Type="http://schemas.openxmlformats.org/officeDocument/2006/relationships/tags" Target="../tags/tag420.xml"/><Relationship Id="rId16" Type="http://schemas.openxmlformats.org/officeDocument/2006/relationships/image" Target="../media/image14.svg"/><Relationship Id="rId1" Type="http://schemas.openxmlformats.org/officeDocument/2006/relationships/tags" Target="../tags/tag419.xml"/><Relationship Id="rId6" Type="http://schemas.openxmlformats.org/officeDocument/2006/relationships/tags" Target="../tags/tag424.xml"/><Relationship Id="rId11" Type="http://schemas.openxmlformats.org/officeDocument/2006/relationships/tags" Target="../tags/tag429.xml"/><Relationship Id="rId5" Type="http://schemas.openxmlformats.org/officeDocument/2006/relationships/tags" Target="../tags/tag423.xml"/><Relationship Id="rId15" Type="http://schemas.openxmlformats.org/officeDocument/2006/relationships/image" Target="../media/image12.png"/><Relationship Id="rId10" Type="http://schemas.openxmlformats.org/officeDocument/2006/relationships/tags" Target="../tags/tag428.xml"/><Relationship Id="rId4" Type="http://schemas.openxmlformats.org/officeDocument/2006/relationships/tags" Target="../tags/tag422.xml"/><Relationship Id="rId9" Type="http://schemas.openxmlformats.org/officeDocument/2006/relationships/tags" Target="../tags/tag427.xml"/><Relationship Id="rId14" Type="http://schemas.openxmlformats.org/officeDocument/2006/relationships/image" Target="../media/image5.sv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3" Type="http://schemas.openxmlformats.org/officeDocument/2006/relationships/tags" Target="../tags/tag432.xml"/><Relationship Id="rId7" Type="http://schemas.openxmlformats.org/officeDocument/2006/relationships/tags" Target="../tags/tag436.xml"/><Relationship Id="rId2" Type="http://schemas.openxmlformats.org/officeDocument/2006/relationships/tags" Target="../tags/tag431.xml"/><Relationship Id="rId1" Type="http://schemas.openxmlformats.org/officeDocument/2006/relationships/tags" Target="../tags/tag430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10" Type="http://schemas.openxmlformats.org/officeDocument/2006/relationships/image" Target="../media/image1.jpeg"/><Relationship Id="rId4" Type="http://schemas.openxmlformats.org/officeDocument/2006/relationships/tags" Target="../tags/tag433.xml"/><Relationship Id="rId9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40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.jpeg"/><Relationship Id="rId2" Type="http://schemas.openxmlformats.org/officeDocument/2006/relationships/tags" Target="../tags/tag439.xml"/><Relationship Id="rId1" Type="http://schemas.openxmlformats.org/officeDocument/2006/relationships/tags" Target="../tags/tag438.xml"/><Relationship Id="rId6" Type="http://schemas.openxmlformats.org/officeDocument/2006/relationships/tags" Target="../tags/tag443.xml"/><Relationship Id="rId11" Type="http://schemas.openxmlformats.org/officeDocument/2006/relationships/image" Target="../media/image3.svg"/><Relationship Id="rId5" Type="http://schemas.openxmlformats.org/officeDocument/2006/relationships/tags" Target="../tags/tag442.xml"/><Relationship Id="rId10" Type="http://schemas.openxmlformats.org/officeDocument/2006/relationships/image" Target="../media/image2.png"/><Relationship Id="rId4" Type="http://schemas.openxmlformats.org/officeDocument/2006/relationships/tags" Target="../tags/tag441.xml"/><Relationship Id="rId9" Type="http://schemas.openxmlformats.org/officeDocument/2006/relationships/image" Target="../media/image5.sv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451.xml"/><Relationship Id="rId3" Type="http://schemas.openxmlformats.org/officeDocument/2006/relationships/tags" Target="../tags/tag446.xml"/><Relationship Id="rId7" Type="http://schemas.openxmlformats.org/officeDocument/2006/relationships/tags" Target="../tags/tag450.xml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10" Type="http://schemas.openxmlformats.org/officeDocument/2006/relationships/image" Target="../media/image1.jpeg"/><Relationship Id="rId4" Type="http://schemas.openxmlformats.org/officeDocument/2006/relationships/tags" Target="../tags/tag447.xml"/><Relationship Id="rId9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59.xml"/><Relationship Id="rId3" Type="http://schemas.openxmlformats.org/officeDocument/2006/relationships/tags" Target="../tags/tag454.xml"/><Relationship Id="rId7" Type="http://schemas.openxmlformats.org/officeDocument/2006/relationships/tags" Target="../tags/tag458.xml"/><Relationship Id="rId12" Type="http://schemas.openxmlformats.org/officeDocument/2006/relationships/image" Target="../media/image1.jpeg"/><Relationship Id="rId2" Type="http://schemas.openxmlformats.org/officeDocument/2006/relationships/tags" Target="../tags/tag453.xml"/><Relationship Id="rId1" Type="http://schemas.openxmlformats.org/officeDocument/2006/relationships/tags" Target="../tags/tag452.xml"/><Relationship Id="rId6" Type="http://schemas.openxmlformats.org/officeDocument/2006/relationships/tags" Target="../tags/tag45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56.xml"/><Relationship Id="rId10" Type="http://schemas.openxmlformats.org/officeDocument/2006/relationships/tags" Target="../tags/tag461.xml"/><Relationship Id="rId4" Type="http://schemas.openxmlformats.org/officeDocument/2006/relationships/tags" Target="../tags/tag455.xml"/><Relationship Id="rId9" Type="http://schemas.openxmlformats.org/officeDocument/2006/relationships/tags" Target="../tags/tag460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469.xml"/><Relationship Id="rId13" Type="http://schemas.openxmlformats.org/officeDocument/2006/relationships/image" Target="../media/image39.svg"/><Relationship Id="rId3" Type="http://schemas.openxmlformats.org/officeDocument/2006/relationships/tags" Target="../tags/tag464.xml"/><Relationship Id="rId7" Type="http://schemas.openxmlformats.org/officeDocument/2006/relationships/tags" Target="../tags/tag468.xml"/><Relationship Id="rId12" Type="http://schemas.openxmlformats.org/officeDocument/2006/relationships/image" Target="../media/image38.png"/><Relationship Id="rId2" Type="http://schemas.openxmlformats.org/officeDocument/2006/relationships/tags" Target="../tags/tag463.xml"/><Relationship Id="rId1" Type="http://schemas.openxmlformats.org/officeDocument/2006/relationships/tags" Target="../tags/tag462.xml"/><Relationship Id="rId6" Type="http://schemas.openxmlformats.org/officeDocument/2006/relationships/tags" Target="../tags/tag467.xml"/><Relationship Id="rId11" Type="http://schemas.openxmlformats.org/officeDocument/2006/relationships/image" Target="../media/image5.svg"/><Relationship Id="rId5" Type="http://schemas.openxmlformats.org/officeDocument/2006/relationships/tags" Target="../tags/tag466.xml"/><Relationship Id="rId10" Type="http://schemas.openxmlformats.org/officeDocument/2006/relationships/image" Target="../media/image4.png"/><Relationship Id="rId4" Type="http://schemas.openxmlformats.org/officeDocument/2006/relationships/tags" Target="../tags/tag465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1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7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1.xml"/><Relationship Id="rId1" Type="http://schemas.openxmlformats.org/officeDocument/2006/relationships/tags" Target="../tags/tag470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10" Type="http://schemas.openxmlformats.org/officeDocument/2006/relationships/image" Target="../media/image1.jpeg"/><Relationship Id="rId4" Type="http://schemas.openxmlformats.org/officeDocument/2006/relationships/tags" Target="../tags/tag473.xml"/><Relationship Id="rId9" Type="http://schemas.openxmlformats.org/officeDocument/2006/relationships/image" Target="../media/image5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78.xml"/><Relationship Id="rId7" Type="http://schemas.openxmlformats.org/officeDocument/2006/relationships/image" Target="../media/image1.jpeg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489.xml"/><Relationship Id="rId13" Type="http://schemas.openxmlformats.org/officeDocument/2006/relationships/slideMaster" Target="../slideMasters/slideMaster2.xml"/><Relationship Id="rId18" Type="http://schemas.openxmlformats.org/officeDocument/2006/relationships/image" Target="../media/image2.png"/><Relationship Id="rId3" Type="http://schemas.openxmlformats.org/officeDocument/2006/relationships/tags" Target="../tags/tag484.xml"/><Relationship Id="rId7" Type="http://schemas.openxmlformats.org/officeDocument/2006/relationships/tags" Target="../tags/tag488.xml"/><Relationship Id="rId12" Type="http://schemas.openxmlformats.org/officeDocument/2006/relationships/tags" Target="../tags/tag493.xml"/><Relationship Id="rId17" Type="http://schemas.openxmlformats.org/officeDocument/2006/relationships/image" Target="../media/image5.svg"/><Relationship Id="rId2" Type="http://schemas.openxmlformats.org/officeDocument/2006/relationships/tags" Target="../tags/tag483.xml"/><Relationship Id="rId16" Type="http://schemas.openxmlformats.org/officeDocument/2006/relationships/image" Target="../media/image4.png"/><Relationship Id="rId20" Type="http://schemas.openxmlformats.org/officeDocument/2006/relationships/image" Target="../media/image1.jpeg"/><Relationship Id="rId1" Type="http://schemas.openxmlformats.org/officeDocument/2006/relationships/tags" Target="../tags/tag482.xml"/><Relationship Id="rId6" Type="http://schemas.openxmlformats.org/officeDocument/2006/relationships/tags" Target="../tags/tag487.xml"/><Relationship Id="rId11" Type="http://schemas.openxmlformats.org/officeDocument/2006/relationships/tags" Target="../tags/tag492.xml"/><Relationship Id="rId5" Type="http://schemas.openxmlformats.org/officeDocument/2006/relationships/tags" Target="../tags/tag486.xml"/><Relationship Id="rId15" Type="http://schemas.openxmlformats.org/officeDocument/2006/relationships/image" Target="../media/image42.svg"/><Relationship Id="rId10" Type="http://schemas.openxmlformats.org/officeDocument/2006/relationships/tags" Target="../tags/tag491.xml"/><Relationship Id="rId19" Type="http://schemas.openxmlformats.org/officeDocument/2006/relationships/image" Target="../media/image43.svg"/><Relationship Id="rId4" Type="http://schemas.openxmlformats.org/officeDocument/2006/relationships/tags" Target="../tags/tag485.xml"/><Relationship Id="rId9" Type="http://schemas.openxmlformats.org/officeDocument/2006/relationships/tags" Target="../tags/tag490.xml"/><Relationship Id="rId14" Type="http://schemas.openxmlformats.org/officeDocument/2006/relationships/image" Target="../media/image12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" Type="http://schemas.openxmlformats.org/officeDocument/2006/relationships/tags" Target="../tags/tag494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4" Type="http://schemas.openxmlformats.org/officeDocument/2006/relationships/image" Target="../media/image1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00.xml"/><Relationship Id="rId1" Type="http://schemas.openxmlformats.org/officeDocument/2006/relationships/tags" Target="../tags/tag499.xml"/><Relationship Id="rId4" Type="http://schemas.openxmlformats.org/officeDocument/2006/relationships/image" Target="../media/image1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02.xml"/><Relationship Id="rId1" Type="http://schemas.openxmlformats.org/officeDocument/2006/relationships/tags" Target="../tags/tag501.xml"/><Relationship Id="rId4" Type="http://schemas.openxmlformats.org/officeDocument/2006/relationships/image" Target="../media/image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04.xml"/><Relationship Id="rId1" Type="http://schemas.openxmlformats.org/officeDocument/2006/relationships/tags" Target="../tags/tag503.xml"/><Relationship Id="rId4" Type="http://schemas.openxmlformats.org/officeDocument/2006/relationships/image" Target="../media/image1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tags" Target="../tags/tag506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0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tags" Target="../tags/tag512.xml"/><Relationship Id="rId2" Type="http://schemas.openxmlformats.org/officeDocument/2006/relationships/tags" Target="../tags/tag511.xml"/><Relationship Id="rId1" Type="http://schemas.openxmlformats.org/officeDocument/2006/relationships/tags" Target="../tags/tag510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1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15.xml"/><Relationship Id="rId1" Type="http://schemas.openxmlformats.org/officeDocument/2006/relationships/tags" Target="../tags/tag514.xml"/><Relationship Id="rId4" Type="http://schemas.openxmlformats.org/officeDocument/2006/relationships/image" Target="../media/image1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tags" Target="../tags/tag523.xml"/><Relationship Id="rId3" Type="http://schemas.openxmlformats.org/officeDocument/2006/relationships/tags" Target="../tags/tag518.xml"/><Relationship Id="rId7" Type="http://schemas.openxmlformats.org/officeDocument/2006/relationships/tags" Target="../tags/tag522.xml"/><Relationship Id="rId12" Type="http://schemas.openxmlformats.org/officeDocument/2006/relationships/image" Target="../media/image1.jpeg"/><Relationship Id="rId2" Type="http://schemas.openxmlformats.org/officeDocument/2006/relationships/tags" Target="../tags/tag517.xml"/><Relationship Id="rId1" Type="http://schemas.openxmlformats.org/officeDocument/2006/relationships/tags" Target="../tags/tag516.xml"/><Relationship Id="rId6" Type="http://schemas.openxmlformats.org/officeDocument/2006/relationships/tags" Target="../tags/tag52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520.xml"/><Relationship Id="rId10" Type="http://schemas.openxmlformats.org/officeDocument/2006/relationships/tags" Target="../tags/tag525.xml"/><Relationship Id="rId4" Type="http://schemas.openxmlformats.org/officeDocument/2006/relationships/tags" Target="../tags/tag519.xml"/><Relationship Id="rId9" Type="http://schemas.openxmlformats.org/officeDocument/2006/relationships/tags" Target="../tags/tag52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29.xml"/><Relationship Id="rId1" Type="http://schemas.openxmlformats.org/officeDocument/2006/relationships/tags" Target="../tags/tag528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31.xml"/><Relationship Id="rId1" Type="http://schemas.openxmlformats.org/officeDocument/2006/relationships/tags" Target="../tags/tag530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33.xml"/><Relationship Id="rId1" Type="http://schemas.openxmlformats.org/officeDocument/2006/relationships/tags" Target="../tags/tag532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" Type="http://schemas.openxmlformats.org/officeDocument/2006/relationships/tags" Target="../tags/tag534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tags" Target="../tags/tag539.xml"/><Relationship Id="rId2" Type="http://schemas.openxmlformats.org/officeDocument/2006/relationships/tags" Target="../tags/tag538.xml"/><Relationship Id="rId1" Type="http://schemas.openxmlformats.org/officeDocument/2006/relationships/tags" Target="../tags/tag53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tags" Target="../tags/tag542.xml"/><Relationship Id="rId7" Type="http://schemas.openxmlformats.org/officeDocument/2006/relationships/image" Target="../media/image1.jpeg"/><Relationship Id="rId2" Type="http://schemas.openxmlformats.org/officeDocument/2006/relationships/tags" Target="../tags/tag541.xml"/><Relationship Id="rId1" Type="http://schemas.openxmlformats.org/officeDocument/2006/relationships/tags" Target="../tags/tag540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tags" Target="../tags/tag550.xml"/><Relationship Id="rId13" Type="http://schemas.openxmlformats.org/officeDocument/2006/relationships/image" Target="../media/image45.svg"/><Relationship Id="rId3" Type="http://schemas.openxmlformats.org/officeDocument/2006/relationships/tags" Target="../tags/tag545.xml"/><Relationship Id="rId7" Type="http://schemas.openxmlformats.org/officeDocument/2006/relationships/tags" Target="../tags/tag549.xml"/><Relationship Id="rId12" Type="http://schemas.openxmlformats.org/officeDocument/2006/relationships/image" Target="../media/image44.png"/><Relationship Id="rId2" Type="http://schemas.openxmlformats.org/officeDocument/2006/relationships/tags" Target="../tags/tag544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547.xml"/><Relationship Id="rId10" Type="http://schemas.openxmlformats.org/officeDocument/2006/relationships/tags" Target="../tags/tag552.xml"/><Relationship Id="rId4" Type="http://schemas.openxmlformats.org/officeDocument/2006/relationships/tags" Target="../tags/tag546.xml"/><Relationship Id="rId9" Type="http://schemas.openxmlformats.org/officeDocument/2006/relationships/tags" Target="../tags/tag551.xml"/><Relationship Id="rId14" Type="http://schemas.openxmlformats.org/officeDocument/2006/relationships/image" Target="../media/image1.jpeg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555.xml"/><Relationship Id="rId7" Type="http://schemas.openxmlformats.org/officeDocument/2006/relationships/slideMaster" Target="../slideMasters/slideMaster3.xml"/><Relationship Id="rId12" Type="http://schemas.openxmlformats.org/officeDocument/2006/relationships/image" Target="../media/image1.jpeg"/><Relationship Id="rId2" Type="http://schemas.openxmlformats.org/officeDocument/2006/relationships/tags" Target="../tags/tag554.xml"/><Relationship Id="rId1" Type="http://schemas.openxmlformats.org/officeDocument/2006/relationships/tags" Target="../tags/tag553.xml"/><Relationship Id="rId6" Type="http://schemas.openxmlformats.org/officeDocument/2006/relationships/tags" Target="../tags/tag558.xml"/><Relationship Id="rId11" Type="http://schemas.openxmlformats.org/officeDocument/2006/relationships/image" Target="../media/image49.svg"/><Relationship Id="rId5" Type="http://schemas.openxmlformats.org/officeDocument/2006/relationships/tags" Target="../tags/tag557.xml"/><Relationship Id="rId10" Type="http://schemas.openxmlformats.org/officeDocument/2006/relationships/image" Target="../media/image48.png"/><Relationship Id="rId4" Type="http://schemas.openxmlformats.org/officeDocument/2006/relationships/tags" Target="../tags/tag556.xml"/><Relationship Id="rId9" Type="http://schemas.openxmlformats.org/officeDocument/2006/relationships/image" Target="../media/image45.svg"/></Relationships>
</file>

<file path=ppt/slideLayouts/_rels/slideLayout95.xml.rels><?xml version="1.0" encoding="UTF-8" standalone="yes"?>
<Relationships xmlns="http://schemas.openxmlformats.org/package/2006/relationships"><Relationship Id="rId8" Type="http://schemas.openxmlformats.org/officeDocument/2006/relationships/tags" Target="../tags/tag566.xml"/><Relationship Id="rId13" Type="http://schemas.openxmlformats.org/officeDocument/2006/relationships/image" Target="../media/image44.png"/><Relationship Id="rId3" Type="http://schemas.openxmlformats.org/officeDocument/2006/relationships/tags" Target="../tags/tag561.xml"/><Relationship Id="rId7" Type="http://schemas.openxmlformats.org/officeDocument/2006/relationships/tags" Target="../tags/tag565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560.xml"/><Relationship Id="rId1" Type="http://schemas.openxmlformats.org/officeDocument/2006/relationships/tags" Target="../tags/tag559.xml"/><Relationship Id="rId6" Type="http://schemas.openxmlformats.org/officeDocument/2006/relationships/tags" Target="../tags/tag564.xml"/><Relationship Id="rId11" Type="http://schemas.openxmlformats.org/officeDocument/2006/relationships/tags" Target="../tags/tag569.xml"/><Relationship Id="rId5" Type="http://schemas.openxmlformats.org/officeDocument/2006/relationships/tags" Target="../tags/tag563.xml"/><Relationship Id="rId15" Type="http://schemas.openxmlformats.org/officeDocument/2006/relationships/image" Target="../media/image1.jpeg"/><Relationship Id="rId10" Type="http://schemas.openxmlformats.org/officeDocument/2006/relationships/tags" Target="../tags/tag568.xml"/><Relationship Id="rId4" Type="http://schemas.openxmlformats.org/officeDocument/2006/relationships/tags" Target="../tags/tag562.xml"/><Relationship Id="rId9" Type="http://schemas.openxmlformats.org/officeDocument/2006/relationships/tags" Target="../tags/tag567.xml"/><Relationship Id="rId14" Type="http://schemas.openxmlformats.org/officeDocument/2006/relationships/image" Target="../media/image45.svg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572.xml"/><Relationship Id="rId7" Type="http://schemas.openxmlformats.org/officeDocument/2006/relationships/tags" Target="../tags/tag576.xml"/><Relationship Id="rId2" Type="http://schemas.openxmlformats.org/officeDocument/2006/relationships/tags" Target="../tags/tag571.xml"/><Relationship Id="rId1" Type="http://schemas.openxmlformats.org/officeDocument/2006/relationships/tags" Target="../tags/tag570.xml"/><Relationship Id="rId6" Type="http://schemas.openxmlformats.org/officeDocument/2006/relationships/tags" Target="../tags/tag575.xml"/><Relationship Id="rId11" Type="http://schemas.openxmlformats.org/officeDocument/2006/relationships/image" Target="../media/image1.jpeg"/><Relationship Id="rId5" Type="http://schemas.openxmlformats.org/officeDocument/2006/relationships/tags" Target="../tags/tag574.xml"/><Relationship Id="rId10" Type="http://schemas.openxmlformats.org/officeDocument/2006/relationships/image" Target="../media/image45.svg"/><Relationship Id="rId4" Type="http://schemas.openxmlformats.org/officeDocument/2006/relationships/tags" Target="../tags/tag573.xml"/><Relationship Id="rId9" Type="http://schemas.openxmlformats.org/officeDocument/2006/relationships/image" Target="../media/image44.png"/></Relationships>
</file>

<file path=ppt/slideLayouts/_rels/slideLayout9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579.xml"/><Relationship Id="rId7" Type="http://schemas.openxmlformats.org/officeDocument/2006/relationships/tags" Target="../tags/tag583.xml"/><Relationship Id="rId2" Type="http://schemas.openxmlformats.org/officeDocument/2006/relationships/tags" Target="../tags/tag578.xml"/><Relationship Id="rId1" Type="http://schemas.openxmlformats.org/officeDocument/2006/relationships/tags" Target="../tags/tag577.xml"/><Relationship Id="rId6" Type="http://schemas.openxmlformats.org/officeDocument/2006/relationships/tags" Target="../tags/tag582.xml"/><Relationship Id="rId11" Type="http://schemas.openxmlformats.org/officeDocument/2006/relationships/image" Target="../media/image1.jpeg"/><Relationship Id="rId5" Type="http://schemas.openxmlformats.org/officeDocument/2006/relationships/tags" Target="../tags/tag581.xml"/><Relationship Id="rId10" Type="http://schemas.openxmlformats.org/officeDocument/2006/relationships/image" Target="../media/image45.svg"/><Relationship Id="rId4" Type="http://schemas.openxmlformats.org/officeDocument/2006/relationships/tags" Target="../tags/tag580.xml"/><Relationship Id="rId9" Type="http://schemas.openxmlformats.org/officeDocument/2006/relationships/image" Target="../media/image44.png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586.xml"/><Relationship Id="rId7" Type="http://schemas.openxmlformats.org/officeDocument/2006/relationships/tags" Target="../tags/tag590.xml"/><Relationship Id="rId2" Type="http://schemas.openxmlformats.org/officeDocument/2006/relationships/tags" Target="../tags/tag585.xml"/><Relationship Id="rId1" Type="http://schemas.openxmlformats.org/officeDocument/2006/relationships/tags" Target="../tags/tag584.xml"/><Relationship Id="rId6" Type="http://schemas.openxmlformats.org/officeDocument/2006/relationships/tags" Target="../tags/tag589.xml"/><Relationship Id="rId11" Type="http://schemas.openxmlformats.org/officeDocument/2006/relationships/image" Target="../media/image1.jpeg"/><Relationship Id="rId5" Type="http://schemas.openxmlformats.org/officeDocument/2006/relationships/tags" Target="../tags/tag588.xml"/><Relationship Id="rId10" Type="http://schemas.openxmlformats.org/officeDocument/2006/relationships/image" Target="../media/image45.svg"/><Relationship Id="rId4" Type="http://schemas.openxmlformats.org/officeDocument/2006/relationships/tags" Target="../tags/tag587.xml"/><Relationship Id="rId9" Type="http://schemas.openxmlformats.org/officeDocument/2006/relationships/image" Target="../media/image44.png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593.xml"/><Relationship Id="rId7" Type="http://schemas.openxmlformats.org/officeDocument/2006/relationships/image" Target="../media/image45.svg"/><Relationship Id="rId2" Type="http://schemas.openxmlformats.org/officeDocument/2006/relationships/tags" Target="../tags/tag592.xml"/><Relationship Id="rId1" Type="http://schemas.openxmlformats.org/officeDocument/2006/relationships/tags" Target="../tags/tag591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94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597.xml"/><Relationship Id="rId7" Type="http://schemas.openxmlformats.org/officeDocument/2006/relationships/image" Target="../media/image45.svg"/><Relationship Id="rId2" Type="http://schemas.openxmlformats.org/officeDocument/2006/relationships/tags" Target="../tags/tag596.xml"/><Relationship Id="rId1" Type="http://schemas.openxmlformats.org/officeDocument/2006/relationships/tags" Target="../tags/tag595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98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601.xml"/><Relationship Id="rId7" Type="http://schemas.openxmlformats.org/officeDocument/2006/relationships/image" Target="../media/image45.svg"/><Relationship Id="rId2" Type="http://schemas.openxmlformats.org/officeDocument/2006/relationships/tags" Target="../tags/tag600.xml"/><Relationship Id="rId1" Type="http://schemas.openxmlformats.org/officeDocument/2006/relationships/tags" Target="../tags/tag599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02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605.xml"/><Relationship Id="rId7" Type="http://schemas.openxmlformats.org/officeDocument/2006/relationships/image" Target="../media/image45.svg"/><Relationship Id="rId2" Type="http://schemas.openxmlformats.org/officeDocument/2006/relationships/tags" Target="../tags/tag604.xml"/><Relationship Id="rId1" Type="http://schemas.openxmlformats.org/officeDocument/2006/relationships/tags" Target="../tags/tag603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06.xml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60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08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5" Type="http://schemas.openxmlformats.org/officeDocument/2006/relationships/tags" Target="../tags/tag611.xml"/><Relationship Id="rId10" Type="http://schemas.openxmlformats.org/officeDocument/2006/relationships/image" Target="../media/image1.jpeg"/><Relationship Id="rId4" Type="http://schemas.openxmlformats.org/officeDocument/2006/relationships/tags" Target="../tags/tag610.xml"/><Relationship Id="rId9" Type="http://schemas.openxmlformats.org/officeDocument/2006/relationships/image" Target="../media/image45.svg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61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14.xml"/><Relationship Id="rId1" Type="http://schemas.openxmlformats.org/officeDocument/2006/relationships/tags" Target="../tags/tag613.xml"/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10" Type="http://schemas.openxmlformats.org/officeDocument/2006/relationships/image" Target="../media/image1.jpeg"/><Relationship Id="rId4" Type="http://schemas.openxmlformats.org/officeDocument/2006/relationships/tags" Target="../tags/tag616.xml"/><Relationship Id="rId9" Type="http://schemas.openxmlformats.org/officeDocument/2006/relationships/image" Target="../media/image45.svg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621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20.xml"/><Relationship Id="rId1" Type="http://schemas.openxmlformats.org/officeDocument/2006/relationships/tags" Target="../tags/tag619.xml"/><Relationship Id="rId6" Type="http://schemas.openxmlformats.org/officeDocument/2006/relationships/tags" Target="../tags/tag624.xml"/><Relationship Id="rId5" Type="http://schemas.openxmlformats.org/officeDocument/2006/relationships/tags" Target="../tags/tag623.xml"/><Relationship Id="rId10" Type="http://schemas.openxmlformats.org/officeDocument/2006/relationships/image" Target="../media/image1.jpeg"/><Relationship Id="rId4" Type="http://schemas.openxmlformats.org/officeDocument/2006/relationships/tags" Target="../tags/tag622.xml"/><Relationship Id="rId9" Type="http://schemas.openxmlformats.org/officeDocument/2006/relationships/image" Target="../media/image45.svg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tags" Target="../tags/tag632.xml"/><Relationship Id="rId3" Type="http://schemas.openxmlformats.org/officeDocument/2006/relationships/tags" Target="../tags/tag627.xml"/><Relationship Id="rId7" Type="http://schemas.openxmlformats.org/officeDocument/2006/relationships/tags" Target="../tags/tag631.xml"/><Relationship Id="rId12" Type="http://schemas.openxmlformats.org/officeDocument/2006/relationships/image" Target="../media/image1.jpeg"/><Relationship Id="rId2" Type="http://schemas.openxmlformats.org/officeDocument/2006/relationships/tags" Target="../tags/tag626.xml"/><Relationship Id="rId1" Type="http://schemas.openxmlformats.org/officeDocument/2006/relationships/tags" Target="../tags/tag625.xml"/><Relationship Id="rId6" Type="http://schemas.openxmlformats.org/officeDocument/2006/relationships/tags" Target="../tags/tag630.xml"/><Relationship Id="rId11" Type="http://schemas.openxmlformats.org/officeDocument/2006/relationships/image" Target="../media/image45.svg"/><Relationship Id="rId5" Type="http://schemas.openxmlformats.org/officeDocument/2006/relationships/tags" Target="../tags/tag629.xml"/><Relationship Id="rId10" Type="http://schemas.openxmlformats.org/officeDocument/2006/relationships/image" Target="../media/image44.png"/><Relationship Id="rId4" Type="http://schemas.openxmlformats.org/officeDocument/2006/relationships/tags" Target="../tags/tag628.xml"/><Relationship Id="rId9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tags" Target="../tags/tag640.xml"/><Relationship Id="rId3" Type="http://schemas.openxmlformats.org/officeDocument/2006/relationships/tags" Target="../tags/tag635.xml"/><Relationship Id="rId7" Type="http://schemas.openxmlformats.org/officeDocument/2006/relationships/tags" Target="../tags/tag639.xml"/><Relationship Id="rId12" Type="http://schemas.openxmlformats.org/officeDocument/2006/relationships/image" Target="../media/image1.jpeg"/><Relationship Id="rId2" Type="http://schemas.openxmlformats.org/officeDocument/2006/relationships/tags" Target="../tags/tag634.xml"/><Relationship Id="rId1" Type="http://schemas.openxmlformats.org/officeDocument/2006/relationships/tags" Target="../tags/tag633.xml"/><Relationship Id="rId6" Type="http://schemas.openxmlformats.org/officeDocument/2006/relationships/tags" Target="../tags/tag638.xml"/><Relationship Id="rId11" Type="http://schemas.openxmlformats.org/officeDocument/2006/relationships/image" Target="../media/image45.svg"/><Relationship Id="rId5" Type="http://schemas.openxmlformats.org/officeDocument/2006/relationships/tags" Target="../tags/tag637.xml"/><Relationship Id="rId10" Type="http://schemas.openxmlformats.org/officeDocument/2006/relationships/image" Target="../media/image44.png"/><Relationship Id="rId4" Type="http://schemas.openxmlformats.org/officeDocument/2006/relationships/tags" Target="../tags/tag636.xml"/><Relationship Id="rId9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tags" Target="../tags/tag648.xml"/><Relationship Id="rId3" Type="http://schemas.openxmlformats.org/officeDocument/2006/relationships/tags" Target="../tags/tag643.xml"/><Relationship Id="rId7" Type="http://schemas.openxmlformats.org/officeDocument/2006/relationships/tags" Target="../tags/tag647.xml"/><Relationship Id="rId12" Type="http://schemas.openxmlformats.org/officeDocument/2006/relationships/image" Target="../media/image1.jpeg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6" Type="http://schemas.openxmlformats.org/officeDocument/2006/relationships/tags" Target="../tags/tag646.xml"/><Relationship Id="rId11" Type="http://schemas.openxmlformats.org/officeDocument/2006/relationships/image" Target="../media/image45.svg"/><Relationship Id="rId5" Type="http://schemas.openxmlformats.org/officeDocument/2006/relationships/tags" Target="../tags/tag645.xml"/><Relationship Id="rId10" Type="http://schemas.openxmlformats.org/officeDocument/2006/relationships/image" Target="../media/image44.png"/><Relationship Id="rId4" Type="http://schemas.openxmlformats.org/officeDocument/2006/relationships/tags" Target="../tags/tag644.xml"/><Relationship Id="rId9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8" Type="http://schemas.openxmlformats.org/officeDocument/2006/relationships/tags" Target="../tags/tag656.xml"/><Relationship Id="rId13" Type="http://schemas.openxmlformats.org/officeDocument/2006/relationships/image" Target="../media/image45.svg"/><Relationship Id="rId3" Type="http://schemas.openxmlformats.org/officeDocument/2006/relationships/tags" Target="../tags/tag651.xml"/><Relationship Id="rId7" Type="http://schemas.openxmlformats.org/officeDocument/2006/relationships/tags" Target="../tags/tag655.xml"/><Relationship Id="rId12" Type="http://schemas.openxmlformats.org/officeDocument/2006/relationships/image" Target="../media/image44.png"/><Relationship Id="rId2" Type="http://schemas.openxmlformats.org/officeDocument/2006/relationships/tags" Target="../tags/tag650.xml"/><Relationship Id="rId1" Type="http://schemas.openxmlformats.org/officeDocument/2006/relationships/tags" Target="../tags/tag649.xml"/><Relationship Id="rId6" Type="http://schemas.openxmlformats.org/officeDocument/2006/relationships/tags" Target="../tags/tag654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653.xml"/><Relationship Id="rId10" Type="http://schemas.openxmlformats.org/officeDocument/2006/relationships/tags" Target="../tags/tag658.xml"/><Relationship Id="rId4" Type="http://schemas.openxmlformats.org/officeDocument/2006/relationships/tags" Target="../tags/tag652.xml"/><Relationship Id="rId9" Type="http://schemas.openxmlformats.org/officeDocument/2006/relationships/tags" Target="../tags/tag657.xml"/><Relationship Id="rId14" Type="http://schemas.openxmlformats.org/officeDocument/2006/relationships/image" Target="../media/image1.jpeg"/></Relationships>
</file>

<file path=ppt/slideLayouts/_rels/slideLayout110.xml.rels><?xml version="1.0" encoding="UTF-8" standalone="yes"?>
<Relationships xmlns="http://schemas.openxmlformats.org/package/2006/relationships"><Relationship Id="rId8" Type="http://schemas.openxmlformats.org/officeDocument/2006/relationships/tags" Target="../tags/tag666.xml"/><Relationship Id="rId13" Type="http://schemas.openxmlformats.org/officeDocument/2006/relationships/image" Target="../media/image45.svg"/><Relationship Id="rId3" Type="http://schemas.openxmlformats.org/officeDocument/2006/relationships/tags" Target="../tags/tag661.xml"/><Relationship Id="rId7" Type="http://schemas.openxmlformats.org/officeDocument/2006/relationships/tags" Target="../tags/tag665.xml"/><Relationship Id="rId12" Type="http://schemas.openxmlformats.org/officeDocument/2006/relationships/image" Target="../media/image44.png"/><Relationship Id="rId2" Type="http://schemas.openxmlformats.org/officeDocument/2006/relationships/tags" Target="../tags/tag660.xml"/><Relationship Id="rId1" Type="http://schemas.openxmlformats.org/officeDocument/2006/relationships/tags" Target="../tags/tag659.xml"/><Relationship Id="rId6" Type="http://schemas.openxmlformats.org/officeDocument/2006/relationships/tags" Target="../tags/tag664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663.xml"/><Relationship Id="rId10" Type="http://schemas.openxmlformats.org/officeDocument/2006/relationships/tags" Target="../tags/tag668.xml"/><Relationship Id="rId4" Type="http://schemas.openxmlformats.org/officeDocument/2006/relationships/tags" Target="../tags/tag662.xml"/><Relationship Id="rId9" Type="http://schemas.openxmlformats.org/officeDocument/2006/relationships/tags" Target="../tags/tag667.xml"/><Relationship Id="rId14" Type="http://schemas.openxmlformats.org/officeDocument/2006/relationships/image" Target="../media/image1.jpeg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tags" Target="../tags/tag676.xml"/><Relationship Id="rId13" Type="http://schemas.openxmlformats.org/officeDocument/2006/relationships/image" Target="../media/image45.svg"/><Relationship Id="rId3" Type="http://schemas.openxmlformats.org/officeDocument/2006/relationships/tags" Target="../tags/tag671.xml"/><Relationship Id="rId7" Type="http://schemas.openxmlformats.org/officeDocument/2006/relationships/tags" Target="../tags/tag675.xml"/><Relationship Id="rId12" Type="http://schemas.openxmlformats.org/officeDocument/2006/relationships/image" Target="../media/image44.png"/><Relationship Id="rId2" Type="http://schemas.openxmlformats.org/officeDocument/2006/relationships/tags" Target="../tags/tag670.xml"/><Relationship Id="rId1" Type="http://schemas.openxmlformats.org/officeDocument/2006/relationships/tags" Target="../tags/tag669.xml"/><Relationship Id="rId6" Type="http://schemas.openxmlformats.org/officeDocument/2006/relationships/tags" Target="../tags/tag674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673.xml"/><Relationship Id="rId10" Type="http://schemas.openxmlformats.org/officeDocument/2006/relationships/tags" Target="../tags/tag678.xml"/><Relationship Id="rId4" Type="http://schemas.openxmlformats.org/officeDocument/2006/relationships/tags" Target="../tags/tag672.xml"/><Relationship Id="rId9" Type="http://schemas.openxmlformats.org/officeDocument/2006/relationships/tags" Target="../tags/tag677.xml"/><Relationship Id="rId14" Type="http://schemas.openxmlformats.org/officeDocument/2006/relationships/image" Target="../media/image1.jpeg"/></Relationships>
</file>

<file path=ppt/slideLayouts/_rels/slideLayout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tags" Target="../tags/tag681.xml"/><Relationship Id="rId7" Type="http://schemas.openxmlformats.org/officeDocument/2006/relationships/image" Target="../media/image44.png"/><Relationship Id="rId2" Type="http://schemas.openxmlformats.org/officeDocument/2006/relationships/tags" Target="../tags/tag680.xml"/><Relationship Id="rId1" Type="http://schemas.openxmlformats.org/officeDocument/2006/relationships/tags" Target="../tags/tag679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slideMaster" Target="../slideMasters/slideMaster3.xml"/><Relationship Id="rId9" Type="http://schemas.openxmlformats.org/officeDocument/2006/relationships/image" Target="../media/image1.jpeg"/></Relationships>
</file>

<file path=ppt/slideLayouts/_rels/slideLayout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tags" Target="../tags/tag684.xml"/><Relationship Id="rId7" Type="http://schemas.openxmlformats.org/officeDocument/2006/relationships/image" Target="../media/image44.png"/><Relationship Id="rId2" Type="http://schemas.openxmlformats.org/officeDocument/2006/relationships/tags" Target="../tags/tag683.xml"/><Relationship Id="rId1" Type="http://schemas.openxmlformats.org/officeDocument/2006/relationships/tags" Target="../tags/tag682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slideMaster" Target="../slideMasters/slideMaster3.xml"/><Relationship Id="rId9" Type="http://schemas.openxmlformats.org/officeDocument/2006/relationships/image" Target="../media/image1.jpeg"/></Relationships>
</file>

<file path=ppt/slideLayouts/_rels/slideLayout114.xml.rels><?xml version="1.0" encoding="UTF-8" standalone="yes"?>
<Relationships xmlns="http://schemas.openxmlformats.org/package/2006/relationships"><Relationship Id="rId8" Type="http://schemas.openxmlformats.org/officeDocument/2006/relationships/tags" Target="../tags/tag692.xml"/><Relationship Id="rId13" Type="http://schemas.openxmlformats.org/officeDocument/2006/relationships/image" Target="../media/image45.svg"/><Relationship Id="rId3" Type="http://schemas.openxmlformats.org/officeDocument/2006/relationships/tags" Target="../tags/tag687.xml"/><Relationship Id="rId7" Type="http://schemas.openxmlformats.org/officeDocument/2006/relationships/tags" Target="../tags/tag691.xml"/><Relationship Id="rId12" Type="http://schemas.openxmlformats.org/officeDocument/2006/relationships/image" Target="../media/image44.png"/><Relationship Id="rId2" Type="http://schemas.openxmlformats.org/officeDocument/2006/relationships/tags" Target="../tags/tag686.xml"/><Relationship Id="rId1" Type="http://schemas.openxmlformats.org/officeDocument/2006/relationships/tags" Target="../tags/tag685.xml"/><Relationship Id="rId6" Type="http://schemas.openxmlformats.org/officeDocument/2006/relationships/tags" Target="../tags/tag690.xml"/><Relationship Id="rId11" Type="http://schemas.openxmlformats.org/officeDocument/2006/relationships/image" Target="../media/image51.svg"/><Relationship Id="rId5" Type="http://schemas.openxmlformats.org/officeDocument/2006/relationships/tags" Target="../tags/tag689.xml"/><Relationship Id="rId10" Type="http://schemas.openxmlformats.org/officeDocument/2006/relationships/image" Target="../media/image50.png"/><Relationship Id="rId4" Type="http://schemas.openxmlformats.org/officeDocument/2006/relationships/tags" Target="../tags/tag688.xml"/><Relationship Id="rId9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tags" Target="../tags/tag700.xml"/><Relationship Id="rId13" Type="http://schemas.openxmlformats.org/officeDocument/2006/relationships/image" Target="../media/image50.png"/><Relationship Id="rId3" Type="http://schemas.openxmlformats.org/officeDocument/2006/relationships/tags" Target="../tags/tag695.xml"/><Relationship Id="rId7" Type="http://schemas.openxmlformats.org/officeDocument/2006/relationships/tags" Target="../tags/tag699.xml"/><Relationship Id="rId12" Type="http://schemas.openxmlformats.org/officeDocument/2006/relationships/slideMaster" Target="../slideMasters/slideMaster3.xml"/><Relationship Id="rId17" Type="http://schemas.openxmlformats.org/officeDocument/2006/relationships/image" Target="../media/image1.jpeg"/><Relationship Id="rId2" Type="http://schemas.openxmlformats.org/officeDocument/2006/relationships/tags" Target="../tags/tag694.xml"/><Relationship Id="rId16" Type="http://schemas.openxmlformats.org/officeDocument/2006/relationships/image" Target="../media/image45.svg"/><Relationship Id="rId1" Type="http://schemas.openxmlformats.org/officeDocument/2006/relationships/tags" Target="../tags/tag693.xml"/><Relationship Id="rId6" Type="http://schemas.openxmlformats.org/officeDocument/2006/relationships/tags" Target="../tags/tag698.xml"/><Relationship Id="rId11" Type="http://schemas.openxmlformats.org/officeDocument/2006/relationships/tags" Target="../tags/tag703.xml"/><Relationship Id="rId5" Type="http://schemas.openxmlformats.org/officeDocument/2006/relationships/tags" Target="../tags/tag697.xml"/><Relationship Id="rId15" Type="http://schemas.openxmlformats.org/officeDocument/2006/relationships/image" Target="../media/image44.png"/><Relationship Id="rId10" Type="http://schemas.openxmlformats.org/officeDocument/2006/relationships/tags" Target="../tags/tag702.xml"/><Relationship Id="rId4" Type="http://schemas.openxmlformats.org/officeDocument/2006/relationships/tags" Target="../tags/tag696.xml"/><Relationship Id="rId9" Type="http://schemas.openxmlformats.org/officeDocument/2006/relationships/tags" Target="../tags/tag701.xml"/><Relationship Id="rId14" Type="http://schemas.openxmlformats.org/officeDocument/2006/relationships/image" Target="../media/image51.svg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tags" Target="../tags/tag711.xml"/><Relationship Id="rId13" Type="http://schemas.openxmlformats.org/officeDocument/2006/relationships/tags" Target="../tags/tag716.xml"/><Relationship Id="rId18" Type="http://schemas.openxmlformats.org/officeDocument/2006/relationships/image" Target="../media/image44.png"/><Relationship Id="rId3" Type="http://schemas.openxmlformats.org/officeDocument/2006/relationships/tags" Target="../tags/tag706.xml"/><Relationship Id="rId7" Type="http://schemas.openxmlformats.org/officeDocument/2006/relationships/tags" Target="../tags/tag710.xml"/><Relationship Id="rId12" Type="http://schemas.openxmlformats.org/officeDocument/2006/relationships/tags" Target="../tags/tag715.xml"/><Relationship Id="rId17" Type="http://schemas.openxmlformats.org/officeDocument/2006/relationships/image" Target="../media/image51.svg"/><Relationship Id="rId2" Type="http://schemas.openxmlformats.org/officeDocument/2006/relationships/tags" Target="../tags/tag705.xml"/><Relationship Id="rId16" Type="http://schemas.openxmlformats.org/officeDocument/2006/relationships/image" Target="../media/image50.png"/><Relationship Id="rId20" Type="http://schemas.openxmlformats.org/officeDocument/2006/relationships/image" Target="../media/image1.jpeg"/><Relationship Id="rId1" Type="http://schemas.openxmlformats.org/officeDocument/2006/relationships/tags" Target="../tags/tag704.xml"/><Relationship Id="rId6" Type="http://schemas.openxmlformats.org/officeDocument/2006/relationships/tags" Target="../tags/tag709.xml"/><Relationship Id="rId11" Type="http://schemas.openxmlformats.org/officeDocument/2006/relationships/tags" Target="../tags/tag714.xml"/><Relationship Id="rId5" Type="http://schemas.openxmlformats.org/officeDocument/2006/relationships/tags" Target="../tags/tag708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713.xml"/><Relationship Id="rId19" Type="http://schemas.openxmlformats.org/officeDocument/2006/relationships/image" Target="../media/image45.svg"/><Relationship Id="rId4" Type="http://schemas.openxmlformats.org/officeDocument/2006/relationships/tags" Target="../tags/tag707.xml"/><Relationship Id="rId9" Type="http://schemas.openxmlformats.org/officeDocument/2006/relationships/tags" Target="../tags/tag712.xml"/><Relationship Id="rId14" Type="http://schemas.openxmlformats.org/officeDocument/2006/relationships/tags" Target="../tags/tag717.xml"/></Relationships>
</file>

<file path=ppt/slideLayouts/_rels/slideLayout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720.xml"/><Relationship Id="rId7" Type="http://schemas.openxmlformats.org/officeDocument/2006/relationships/image" Target="../media/image53.svg"/><Relationship Id="rId2" Type="http://schemas.openxmlformats.org/officeDocument/2006/relationships/tags" Target="../tags/tag719.xml"/><Relationship Id="rId1" Type="http://schemas.openxmlformats.org/officeDocument/2006/relationships/tags" Target="../tags/tag718.xml"/><Relationship Id="rId6" Type="http://schemas.openxmlformats.org/officeDocument/2006/relationships/image" Target="../media/image52.png"/><Relationship Id="rId5" Type="http://schemas.openxmlformats.org/officeDocument/2006/relationships/slideMaster" Target="../slideMasters/slideMaster3.xml"/><Relationship Id="rId10" Type="http://schemas.openxmlformats.org/officeDocument/2006/relationships/image" Target="../media/image1.jpeg"/><Relationship Id="rId4" Type="http://schemas.openxmlformats.org/officeDocument/2006/relationships/tags" Target="../tags/tag721.xml"/><Relationship Id="rId9" Type="http://schemas.openxmlformats.org/officeDocument/2006/relationships/image" Target="../media/image45.svg"/></Relationships>
</file>

<file path=ppt/slideLayouts/_rels/slideLayout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724.xml"/><Relationship Id="rId7" Type="http://schemas.openxmlformats.org/officeDocument/2006/relationships/image" Target="../media/image53.svg"/><Relationship Id="rId2" Type="http://schemas.openxmlformats.org/officeDocument/2006/relationships/tags" Target="../tags/tag723.xml"/><Relationship Id="rId1" Type="http://schemas.openxmlformats.org/officeDocument/2006/relationships/tags" Target="../tags/tag722.xml"/><Relationship Id="rId6" Type="http://schemas.openxmlformats.org/officeDocument/2006/relationships/image" Target="../media/image52.png"/><Relationship Id="rId5" Type="http://schemas.openxmlformats.org/officeDocument/2006/relationships/slideMaster" Target="../slideMasters/slideMaster3.xml"/><Relationship Id="rId10" Type="http://schemas.openxmlformats.org/officeDocument/2006/relationships/image" Target="../media/image1.jpeg"/><Relationship Id="rId4" Type="http://schemas.openxmlformats.org/officeDocument/2006/relationships/tags" Target="../tags/tag725.xml"/><Relationship Id="rId9" Type="http://schemas.openxmlformats.org/officeDocument/2006/relationships/image" Target="../media/image45.svg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728.xml"/><Relationship Id="rId7" Type="http://schemas.openxmlformats.org/officeDocument/2006/relationships/image" Target="../media/image51.svg"/><Relationship Id="rId2" Type="http://schemas.openxmlformats.org/officeDocument/2006/relationships/tags" Target="../tags/tag727.xml"/><Relationship Id="rId1" Type="http://schemas.openxmlformats.org/officeDocument/2006/relationships/tags" Target="../tags/tag726.xml"/><Relationship Id="rId6" Type="http://schemas.openxmlformats.org/officeDocument/2006/relationships/image" Target="../media/image50.png"/><Relationship Id="rId5" Type="http://schemas.openxmlformats.org/officeDocument/2006/relationships/slideMaster" Target="../slideMasters/slideMaster3.xml"/><Relationship Id="rId10" Type="http://schemas.openxmlformats.org/officeDocument/2006/relationships/image" Target="../media/image1.jpeg"/><Relationship Id="rId4" Type="http://schemas.openxmlformats.org/officeDocument/2006/relationships/tags" Target="../tags/tag729.xml"/><Relationship Id="rId9" Type="http://schemas.openxmlformats.org/officeDocument/2006/relationships/image" Target="../media/image45.svg"/></Relationships>
</file>

<file path=ppt/slideLayouts/_rels/slideLayout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732.xml"/><Relationship Id="rId7" Type="http://schemas.openxmlformats.org/officeDocument/2006/relationships/image" Target="../media/image51.svg"/><Relationship Id="rId2" Type="http://schemas.openxmlformats.org/officeDocument/2006/relationships/tags" Target="../tags/tag731.xml"/><Relationship Id="rId1" Type="http://schemas.openxmlformats.org/officeDocument/2006/relationships/tags" Target="../tags/tag730.xml"/><Relationship Id="rId6" Type="http://schemas.openxmlformats.org/officeDocument/2006/relationships/image" Target="../media/image50.png"/><Relationship Id="rId5" Type="http://schemas.openxmlformats.org/officeDocument/2006/relationships/slideMaster" Target="../slideMasters/slideMaster3.xml"/><Relationship Id="rId10" Type="http://schemas.openxmlformats.org/officeDocument/2006/relationships/image" Target="../media/image1.jpeg"/><Relationship Id="rId4" Type="http://schemas.openxmlformats.org/officeDocument/2006/relationships/tags" Target="../tags/tag733.xml"/><Relationship Id="rId9" Type="http://schemas.openxmlformats.org/officeDocument/2006/relationships/image" Target="../media/image45.svg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tags" Target="../tags/tag741.xml"/><Relationship Id="rId13" Type="http://schemas.openxmlformats.org/officeDocument/2006/relationships/image" Target="../media/image44.png"/><Relationship Id="rId3" Type="http://schemas.openxmlformats.org/officeDocument/2006/relationships/tags" Target="../tags/tag736.xml"/><Relationship Id="rId7" Type="http://schemas.openxmlformats.org/officeDocument/2006/relationships/tags" Target="../tags/tag740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735.xml"/><Relationship Id="rId1" Type="http://schemas.openxmlformats.org/officeDocument/2006/relationships/tags" Target="../tags/tag734.xml"/><Relationship Id="rId6" Type="http://schemas.openxmlformats.org/officeDocument/2006/relationships/tags" Target="../tags/tag739.xml"/><Relationship Id="rId11" Type="http://schemas.openxmlformats.org/officeDocument/2006/relationships/tags" Target="../tags/tag744.xml"/><Relationship Id="rId5" Type="http://schemas.openxmlformats.org/officeDocument/2006/relationships/tags" Target="../tags/tag738.xml"/><Relationship Id="rId15" Type="http://schemas.openxmlformats.org/officeDocument/2006/relationships/image" Target="../media/image1.jpeg"/><Relationship Id="rId10" Type="http://schemas.openxmlformats.org/officeDocument/2006/relationships/tags" Target="../tags/tag743.xml"/><Relationship Id="rId4" Type="http://schemas.openxmlformats.org/officeDocument/2006/relationships/tags" Target="../tags/tag737.xml"/><Relationship Id="rId9" Type="http://schemas.openxmlformats.org/officeDocument/2006/relationships/tags" Target="../tags/tag742.xml"/><Relationship Id="rId14" Type="http://schemas.openxmlformats.org/officeDocument/2006/relationships/image" Target="../media/image45.svg"/></Relationships>
</file>

<file path=ppt/slideLayouts/_rels/slideLayout122.xml.rels><?xml version="1.0" encoding="UTF-8" standalone="yes"?>
<Relationships xmlns="http://schemas.openxmlformats.org/package/2006/relationships"><Relationship Id="rId8" Type="http://schemas.openxmlformats.org/officeDocument/2006/relationships/tags" Target="../tags/tag752.xml"/><Relationship Id="rId13" Type="http://schemas.openxmlformats.org/officeDocument/2006/relationships/tags" Target="../tags/tag757.xml"/><Relationship Id="rId18" Type="http://schemas.openxmlformats.org/officeDocument/2006/relationships/image" Target="../media/image1.jpeg"/><Relationship Id="rId3" Type="http://schemas.openxmlformats.org/officeDocument/2006/relationships/tags" Target="../tags/tag747.xml"/><Relationship Id="rId7" Type="http://schemas.openxmlformats.org/officeDocument/2006/relationships/tags" Target="../tags/tag751.xml"/><Relationship Id="rId12" Type="http://schemas.openxmlformats.org/officeDocument/2006/relationships/tags" Target="../tags/tag756.xml"/><Relationship Id="rId17" Type="http://schemas.openxmlformats.org/officeDocument/2006/relationships/image" Target="../media/image45.svg"/><Relationship Id="rId2" Type="http://schemas.openxmlformats.org/officeDocument/2006/relationships/tags" Target="../tags/tag746.xml"/><Relationship Id="rId16" Type="http://schemas.openxmlformats.org/officeDocument/2006/relationships/image" Target="../media/image44.png"/><Relationship Id="rId1" Type="http://schemas.openxmlformats.org/officeDocument/2006/relationships/tags" Target="../tags/tag745.xml"/><Relationship Id="rId6" Type="http://schemas.openxmlformats.org/officeDocument/2006/relationships/tags" Target="../tags/tag750.xml"/><Relationship Id="rId11" Type="http://schemas.openxmlformats.org/officeDocument/2006/relationships/tags" Target="../tags/tag755.xml"/><Relationship Id="rId5" Type="http://schemas.openxmlformats.org/officeDocument/2006/relationships/tags" Target="../tags/tag749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754.xml"/><Relationship Id="rId4" Type="http://schemas.openxmlformats.org/officeDocument/2006/relationships/tags" Target="../tags/tag748.xml"/><Relationship Id="rId9" Type="http://schemas.openxmlformats.org/officeDocument/2006/relationships/tags" Target="../tags/tag753.xml"/><Relationship Id="rId14" Type="http://schemas.openxmlformats.org/officeDocument/2006/relationships/tags" Target="../tags/tag758.xml"/></Relationships>
</file>

<file path=ppt/slideLayouts/_rels/slideLayout123.xml.rels><?xml version="1.0" encoding="UTF-8" standalone="yes"?>
<Relationships xmlns="http://schemas.openxmlformats.org/package/2006/relationships"><Relationship Id="rId8" Type="http://schemas.openxmlformats.org/officeDocument/2006/relationships/tags" Target="../tags/tag766.xml"/><Relationship Id="rId13" Type="http://schemas.openxmlformats.org/officeDocument/2006/relationships/tags" Target="../tags/tag771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761.xml"/><Relationship Id="rId21" Type="http://schemas.openxmlformats.org/officeDocument/2006/relationships/image" Target="../media/image1.jpeg"/><Relationship Id="rId7" Type="http://schemas.openxmlformats.org/officeDocument/2006/relationships/tags" Target="../tags/tag765.xml"/><Relationship Id="rId12" Type="http://schemas.openxmlformats.org/officeDocument/2006/relationships/tags" Target="../tags/tag770.xml"/><Relationship Id="rId17" Type="http://schemas.openxmlformats.org/officeDocument/2006/relationships/tags" Target="../tags/tag775.xml"/><Relationship Id="rId2" Type="http://schemas.openxmlformats.org/officeDocument/2006/relationships/tags" Target="../tags/tag760.xml"/><Relationship Id="rId16" Type="http://schemas.openxmlformats.org/officeDocument/2006/relationships/tags" Target="../tags/tag774.xml"/><Relationship Id="rId20" Type="http://schemas.openxmlformats.org/officeDocument/2006/relationships/image" Target="../media/image45.svg"/><Relationship Id="rId1" Type="http://schemas.openxmlformats.org/officeDocument/2006/relationships/tags" Target="../tags/tag759.xml"/><Relationship Id="rId6" Type="http://schemas.openxmlformats.org/officeDocument/2006/relationships/tags" Target="../tags/tag764.xml"/><Relationship Id="rId11" Type="http://schemas.openxmlformats.org/officeDocument/2006/relationships/tags" Target="../tags/tag769.xml"/><Relationship Id="rId5" Type="http://schemas.openxmlformats.org/officeDocument/2006/relationships/tags" Target="../tags/tag763.xml"/><Relationship Id="rId15" Type="http://schemas.openxmlformats.org/officeDocument/2006/relationships/tags" Target="../tags/tag773.xml"/><Relationship Id="rId10" Type="http://schemas.openxmlformats.org/officeDocument/2006/relationships/tags" Target="../tags/tag768.xml"/><Relationship Id="rId19" Type="http://schemas.openxmlformats.org/officeDocument/2006/relationships/image" Target="../media/image44.png"/><Relationship Id="rId4" Type="http://schemas.openxmlformats.org/officeDocument/2006/relationships/tags" Target="../tags/tag762.xml"/><Relationship Id="rId9" Type="http://schemas.openxmlformats.org/officeDocument/2006/relationships/tags" Target="../tags/tag767.xml"/><Relationship Id="rId14" Type="http://schemas.openxmlformats.org/officeDocument/2006/relationships/tags" Target="../tags/tag772.xml"/></Relationships>
</file>

<file path=ppt/slideLayouts/_rels/slideLayout124.xml.rels><?xml version="1.0" encoding="UTF-8" standalone="yes"?>
<Relationships xmlns="http://schemas.openxmlformats.org/package/2006/relationships"><Relationship Id="rId8" Type="http://schemas.openxmlformats.org/officeDocument/2006/relationships/tags" Target="../tags/tag783.xml"/><Relationship Id="rId13" Type="http://schemas.openxmlformats.org/officeDocument/2006/relationships/tags" Target="../tags/tag788.xml"/><Relationship Id="rId18" Type="http://schemas.openxmlformats.org/officeDocument/2006/relationships/tags" Target="../tags/tag793.xml"/><Relationship Id="rId3" Type="http://schemas.openxmlformats.org/officeDocument/2006/relationships/tags" Target="../tags/tag778.xml"/><Relationship Id="rId21" Type="http://schemas.openxmlformats.org/officeDocument/2006/relationships/slideMaster" Target="../slideMasters/slideMaster3.xml"/><Relationship Id="rId7" Type="http://schemas.openxmlformats.org/officeDocument/2006/relationships/tags" Target="../tags/tag782.xml"/><Relationship Id="rId12" Type="http://schemas.openxmlformats.org/officeDocument/2006/relationships/tags" Target="../tags/tag787.xml"/><Relationship Id="rId17" Type="http://schemas.openxmlformats.org/officeDocument/2006/relationships/tags" Target="../tags/tag792.xml"/><Relationship Id="rId2" Type="http://schemas.openxmlformats.org/officeDocument/2006/relationships/tags" Target="../tags/tag777.xml"/><Relationship Id="rId16" Type="http://schemas.openxmlformats.org/officeDocument/2006/relationships/tags" Target="../tags/tag791.xml"/><Relationship Id="rId20" Type="http://schemas.openxmlformats.org/officeDocument/2006/relationships/tags" Target="../tags/tag795.xml"/><Relationship Id="rId1" Type="http://schemas.openxmlformats.org/officeDocument/2006/relationships/tags" Target="../tags/tag776.xml"/><Relationship Id="rId6" Type="http://schemas.openxmlformats.org/officeDocument/2006/relationships/tags" Target="../tags/tag781.xml"/><Relationship Id="rId11" Type="http://schemas.openxmlformats.org/officeDocument/2006/relationships/tags" Target="../tags/tag786.xml"/><Relationship Id="rId24" Type="http://schemas.openxmlformats.org/officeDocument/2006/relationships/image" Target="../media/image1.jpeg"/><Relationship Id="rId5" Type="http://schemas.openxmlformats.org/officeDocument/2006/relationships/tags" Target="../tags/tag780.xml"/><Relationship Id="rId15" Type="http://schemas.openxmlformats.org/officeDocument/2006/relationships/tags" Target="../tags/tag790.xml"/><Relationship Id="rId23" Type="http://schemas.openxmlformats.org/officeDocument/2006/relationships/image" Target="../media/image45.svg"/><Relationship Id="rId10" Type="http://schemas.openxmlformats.org/officeDocument/2006/relationships/tags" Target="../tags/tag785.xml"/><Relationship Id="rId19" Type="http://schemas.openxmlformats.org/officeDocument/2006/relationships/tags" Target="../tags/tag794.xml"/><Relationship Id="rId4" Type="http://schemas.openxmlformats.org/officeDocument/2006/relationships/tags" Target="../tags/tag779.xml"/><Relationship Id="rId9" Type="http://schemas.openxmlformats.org/officeDocument/2006/relationships/tags" Target="../tags/tag784.xml"/><Relationship Id="rId14" Type="http://schemas.openxmlformats.org/officeDocument/2006/relationships/tags" Target="../tags/tag789.xml"/><Relationship Id="rId22" Type="http://schemas.openxmlformats.org/officeDocument/2006/relationships/image" Target="../media/image44.png"/></Relationships>
</file>

<file path=ppt/slideLayouts/_rels/slideLayout125.xml.rels><?xml version="1.0" encoding="UTF-8" standalone="yes"?>
<Relationships xmlns="http://schemas.openxmlformats.org/package/2006/relationships"><Relationship Id="rId8" Type="http://schemas.openxmlformats.org/officeDocument/2006/relationships/tags" Target="../tags/tag803.xml"/><Relationship Id="rId13" Type="http://schemas.openxmlformats.org/officeDocument/2006/relationships/image" Target="../media/image44.png"/><Relationship Id="rId3" Type="http://schemas.openxmlformats.org/officeDocument/2006/relationships/tags" Target="../tags/tag798.xml"/><Relationship Id="rId7" Type="http://schemas.openxmlformats.org/officeDocument/2006/relationships/tags" Target="../tags/tag802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797.xml"/><Relationship Id="rId1" Type="http://schemas.openxmlformats.org/officeDocument/2006/relationships/tags" Target="../tags/tag796.xml"/><Relationship Id="rId6" Type="http://schemas.openxmlformats.org/officeDocument/2006/relationships/tags" Target="../tags/tag801.xml"/><Relationship Id="rId11" Type="http://schemas.openxmlformats.org/officeDocument/2006/relationships/tags" Target="../tags/tag806.xml"/><Relationship Id="rId5" Type="http://schemas.openxmlformats.org/officeDocument/2006/relationships/tags" Target="../tags/tag800.xml"/><Relationship Id="rId15" Type="http://schemas.openxmlformats.org/officeDocument/2006/relationships/image" Target="../media/image1.jpeg"/><Relationship Id="rId10" Type="http://schemas.openxmlformats.org/officeDocument/2006/relationships/tags" Target="../tags/tag805.xml"/><Relationship Id="rId4" Type="http://schemas.openxmlformats.org/officeDocument/2006/relationships/tags" Target="../tags/tag799.xml"/><Relationship Id="rId9" Type="http://schemas.openxmlformats.org/officeDocument/2006/relationships/tags" Target="../tags/tag804.xml"/><Relationship Id="rId14" Type="http://schemas.openxmlformats.org/officeDocument/2006/relationships/image" Target="../media/image45.svg"/></Relationships>
</file>

<file path=ppt/slideLayouts/_rels/slideLayout126.xml.rels><?xml version="1.0" encoding="UTF-8" standalone="yes"?>
<Relationships xmlns="http://schemas.openxmlformats.org/package/2006/relationships"><Relationship Id="rId8" Type="http://schemas.openxmlformats.org/officeDocument/2006/relationships/tags" Target="../tags/tag814.xml"/><Relationship Id="rId13" Type="http://schemas.openxmlformats.org/officeDocument/2006/relationships/tags" Target="../tags/tag819.xml"/><Relationship Id="rId18" Type="http://schemas.openxmlformats.org/officeDocument/2006/relationships/image" Target="../media/image1.jpeg"/><Relationship Id="rId3" Type="http://schemas.openxmlformats.org/officeDocument/2006/relationships/tags" Target="../tags/tag809.xml"/><Relationship Id="rId7" Type="http://schemas.openxmlformats.org/officeDocument/2006/relationships/tags" Target="../tags/tag813.xml"/><Relationship Id="rId12" Type="http://schemas.openxmlformats.org/officeDocument/2006/relationships/tags" Target="../tags/tag818.xml"/><Relationship Id="rId17" Type="http://schemas.openxmlformats.org/officeDocument/2006/relationships/image" Target="../media/image45.svg"/><Relationship Id="rId2" Type="http://schemas.openxmlformats.org/officeDocument/2006/relationships/tags" Target="../tags/tag808.xml"/><Relationship Id="rId16" Type="http://schemas.openxmlformats.org/officeDocument/2006/relationships/image" Target="../media/image44.png"/><Relationship Id="rId1" Type="http://schemas.openxmlformats.org/officeDocument/2006/relationships/tags" Target="../tags/tag807.xml"/><Relationship Id="rId6" Type="http://schemas.openxmlformats.org/officeDocument/2006/relationships/tags" Target="../tags/tag812.xml"/><Relationship Id="rId11" Type="http://schemas.openxmlformats.org/officeDocument/2006/relationships/tags" Target="../tags/tag817.xml"/><Relationship Id="rId5" Type="http://schemas.openxmlformats.org/officeDocument/2006/relationships/tags" Target="../tags/tag811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816.xml"/><Relationship Id="rId4" Type="http://schemas.openxmlformats.org/officeDocument/2006/relationships/tags" Target="../tags/tag810.xml"/><Relationship Id="rId9" Type="http://schemas.openxmlformats.org/officeDocument/2006/relationships/tags" Target="../tags/tag815.xml"/><Relationship Id="rId14" Type="http://schemas.openxmlformats.org/officeDocument/2006/relationships/tags" Target="../tags/tag820.xml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828.xml"/><Relationship Id="rId13" Type="http://schemas.openxmlformats.org/officeDocument/2006/relationships/tags" Target="../tags/tag833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823.xml"/><Relationship Id="rId21" Type="http://schemas.openxmlformats.org/officeDocument/2006/relationships/image" Target="../media/image1.jpeg"/><Relationship Id="rId7" Type="http://schemas.openxmlformats.org/officeDocument/2006/relationships/tags" Target="../tags/tag827.xml"/><Relationship Id="rId12" Type="http://schemas.openxmlformats.org/officeDocument/2006/relationships/tags" Target="../tags/tag832.xml"/><Relationship Id="rId17" Type="http://schemas.openxmlformats.org/officeDocument/2006/relationships/tags" Target="../tags/tag837.xml"/><Relationship Id="rId2" Type="http://schemas.openxmlformats.org/officeDocument/2006/relationships/tags" Target="../tags/tag822.xml"/><Relationship Id="rId16" Type="http://schemas.openxmlformats.org/officeDocument/2006/relationships/tags" Target="../tags/tag836.xml"/><Relationship Id="rId20" Type="http://schemas.openxmlformats.org/officeDocument/2006/relationships/image" Target="../media/image45.svg"/><Relationship Id="rId1" Type="http://schemas.openxmlformats.org/officeDocument/2006/relationships/tags" Target="../tags/tag821.xml"/><Relationship Id="rId6" Type="http://schemas.openxmlformats.org/officeDocument/2006/relationships/tags" Target="../tags/tag826.xml"/><Relationship Id="rId11" Type="http://schemas.openxmlformats.org/officeDocument/2006/relationships/tags" Target="../tags/tag831.xml"/><Relationship Id="rId5" Type="http://schemas.openxmlformats.org/officeDocument/2006/relationships/tags" Target="../tags/tag825.xml"/><Relationship Id="rId15" Type="http://schemas.openxmlformats.org/officeDocument/2006/relationships/tags" Target="../tags/tag835.xml"/><Relationship Id="rId10" Type="http://schemas.openxmlformats.org/officeDocument/2006/relationships/tags" Target="../tags/tag830.xml"/><Relationship Id="rId19" Type="http://schemas.openxmlformats.org/officeDocument/2006/relationships/image" Target="../media/image44.png"/><Relationship Id="rId4" Type="http://schemas.openxmlformats.org/officeDocument/2006/relationships/tags" Target="../tags/tag824.xml"/><Relationship Id="rId9" Type="http://schemas.openxmlformats.org/officeDocument/2006/relationships/tags" Target="../tags/tag829.xml"/><Relationship Id="rId14" Type="http://schemas.openxmlformats.org/officeDocument/2006/relationships/tags" Target="../tags/tag834.xml"/></Relationships>
</file>

<file path=ppt/slideLayouts/_rels/slideLayout128.xml.rels><?xml version="1.0" encoding="UTF-8" standalone="yes"?>
<Relationships xmlns="http://schemas.openxmlformats.org/package/2006/relationships"><Relationship Id="rId8" Type="http://schemas.openxmlformats.org/officeDocument/2006/relationships/tags" Target="../tags/tag845.xml"/><Relationship Id="rId13" Type="http://schemas.openxmlformats.org/officeDocument/2006/relationships/tags" Target="../tags/tag850.xml"/><Relationship Id="rId18" Type="http://schemas.openxmlformats.org/officeDocument/2006/relationships/tags" Target="../tags/tag855.xml"/><Relationship Id="rId3" Type="http://schemas.openxmlformats.org/officeDocument/2006/relationships/tags" Target="../tags/tag840.xml"/><Relationship Id="rId21" Type="http://schemas.openxmlformats.org/officeDocument/2006/relationships/slideMaster" Target="../slideMasters/slideMaster3.xml"/><Relationship Id="rId7" Type="http://schemas.openxmlformats.org/officeDocument/2006/relationships/tags" Target="../tags/tag844.xml"/><Relationship Id="rId12" Type="http://schemas.openxmlformats.org/officeDocument/2006/relationships/tags" Target="../tags/tag849.xml"/><Relationship Id="rId17" Type="http://schemas.openxmlformats.org/officeDocument/2006/relationships/tags" Target="../tags/tag854.xml"/><Relationship Id="rId2" Type="http://schemas.openxmlformats.org/officeDocument/2006/relationships/tags" Target="../tags/tag839.xml"/><Relationship Id="rId16" Type="http://schemas.openxmlformats.org/officeDocument/2006/relationships/tags" Target="../tags/tag853.xml"/><Relationship Id="rId20" Type="http://schemas.openxmlformats.org/officeDocument/2006/relationships/tags" Target="../tags/tag857.xml"/><Relationship Id="rId1" Type="http://schemas.openxmlformats.org/officeDocument/2006/relationships/tags" Target="../tags/tag838.xml"/><Relationship Id="rId6" Type="http://schemas.openxmlformats.org/officeDocument/2006/relationships/tags" Target="../tags/tag843.xml"/><Relationship Id="rId11" Type="http://schemas.openxmlformats.org/officeDocument/2006/relationships/tags" Target="../tags/tag848.xml"/><Relationship Id="rId24" Type="http://schemas.openxmlformats.org/officeDocument/2006/relationships/image" Target="../media/image1.jpeg"/><Relationship Id="rId5" Type="http://schemas.openxmlformats.org/officeDocument/2006/relationships/tags" Target="../tags/tag842.xml"/><Relationship Id="rId15" Type="http://schemas.openxmlformats.org/officeDocument/2006/relationships/tags" Target="../tags/tag852.xml"/><Relationship Id="rId23" Type="http://schemas.openxmlformats.org/officeDocument/2006/relationships/image" Target="../media/image45.svg"/><Relationship Id="rId10" Type="http://schemas.openxmlformats.org/officeDocument/2006/relationships/tags" Target="../tags/tag847.xml"/><Relationship Id="rId19" Type="http://schemas.openxmlformats.org/officeDocument/2006/relationships/tags" Target="../tags/tag856.xml"/><Relationship Id="rId4" Type="http://schemas.openxmlformats.org/officeDocument/2006/relationships/tags" Target="../tags/tag841.xml"/><Relationship Id="rId9" Type="http://schemas.openxmlformats.org/officeDocument/2006/relationships/tags" Target="../tags/tag846.xml"/><Relationship Id="rId14" Type="http://schemas.openxmlformats.org/officeDocument/2006/relationships/tags" Target="../tags/tag851.xml"/><Relationship Id="rId22" Type="http://schemas.openxmlformats.org/officeDocument/2006/relationships/image" Target="../media/image44.png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tags" Target="../tags/tag865.xml"/><Relationship Id="rId13" Type="http://schemas.openxmlformats.org/officeDocument/2006/relationships/image" Target="../media/image45.svg"/><Relationship Id="rId18" Type="http://schemas.openxmlformats.org/officeDocument/2006/relationships/image" Target="../media/image28.png"/><Relationship Id="rId3" Type="http://schemas.openxmlformats.org/officeDocument/2006/relationships/tags" Target="../tags/tag860.xml"/><Relationship Id="rId21" Type="http://schemas.openxmlformats.org/officeDocument/2006/relationships/image" Target="../media/image35.svg"/><Relationship Id="rId7" Type="http://schemas.openxmlformats.org/officeDocument/2006/relationships/tags" Target="../tags/tag864.xml"/><Relationship Id="rId12" Type="http://schemas.openxmlformats.org/officeDocument/2006/relationships/image" Target="../media/image44.png"/><Relationship Id="rId17" Type="http://schemas.openxmlformats.org/officeDocument/2006/relationships/image" Target="../media/image27.svg"/><Relationship Id="rId2" Type="http://schemas.openxmlformats.org/officeDocument/2006/relationships/tags" Target="../tags/tag859.xml"/><Relationship Id="rId16" Type="http://schemas.openxmlformats.org/officeDocument/2006/relationships/image" Target="../media/image26.png"/><Relationship Id="rId20" Type="http://schemas.openxmlformats.org/officeDocument/2006/relationships/image" Target="../media/image34.png"/><Relationship Id="rId1" Type="http://schemas.openxmlformats.org/officeDocument/2006/relationships/tags" Target="../tags/tag858.xml"/><Relationship Id="rId6" Type="http://schemas.openxmlformats.org/officeDocument/2006/relationships/tags" Target="../tags/tag86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62.xml"/><Relationship Id="rId15" Type="http://schemas.openxmlformats.org/officeDocument/2006/relationships/image" Target="../media/image55.svg"/><Relationship Id="rId10" Type="http://schemas.openxmlformats.org/officeDocument/2006/relationships/tags" Target="../tags/tag867.xml"/><Relationship Id="rId19" Type="http://schemas.openxmlformats.org/officeDocument/2006/relationships/image" Target="../media/image29.svg"/><Relationship Id="rId4" Type="http://schemas.openxmlformats.org/officeDocument/2006/relationships/tags" Target="../tags/tag861.xml"/><Relationship Id="rId9" Type="http://schemas.openxmlformats.org/officeDocument/2006/relationships/tags" Target="../tags/tag866.xml"/><Relationship Id="rId14" Type="http://schemas.openxmlformats.org/officeDocument/2006/relationships/image" Target="../media/image54.png"/><Relationship Id="rId22" Type="http://schemas.openxmlformats.org/officeDocument/2006/relationships/image" Target="../media/image1.jpeg"/></Relationships>
</file>

<file path=ppt/slideLayouts/_rels/slideLayout130.xml.rels><?xml version="1.0" encoding="UTF-8" standalone="yes"?>
<Relationships xmlns="http://schemas.openxmlformats.org/package/2006/relationships"><Relationship Id="rId8" Type="http://schemas.openxmlformats.org/officeDocument/2006/relationships/tags" Target="../tags/tag875.xml"/><Relationship Id="rId13" Type="http://schemas.openxmlformats.org/officeDocument/2006/relationships/image" Target="../media/image45.svg"/><Relationship Id="rId18" Type="http://schemas.openxmlformats.org/officeDocument/2006/relationships/image" Target="../media/image60.png"/><Relationship Id="rId3" Type="http://schemas.openxmlformats.org/officeDocument/2006/relationships/tags" Target="../tags/tag870.xml"/><Relationship Id="rId21" Type="http://schemas.openxmlformats.org/officeDocument/2006/relationships/image" Target="../media/image63.svg"/><Relationship Id="rId7" Type="http://schemas.openxmlformats.org/officeDocument/2006/relationships/tags" Target="../tags/tag874.xml"/><Relationship Id="rId12" Type="http://schemas.openxmlformats.org/officeDocument/2006/relationships/image" Target="../media/image44.png"/><Relationship Id="rId17" Type="http://schemas.openxmlformats.org/officeDocument/2006/relationships/image" Target="../media/image59.svg"/><Relationship Id="rId2" Type="http://schemas.openxmlformats.org/officeDocument/2006/relationships/tags" Target="../tags/tag869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tags" Target="../tags/tag868.xml"/><Relationship Id="rId6" Type="http://schemas.openxmlformats.org/officeDocument/2006/relationships/tags" Target="../tags/tag87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72.xml"/><Relationship Id="rId15" Type="http://schemas.openxmlformats.org/officeDocument/2006/relationships/image" Target="../media/image57.svg"/><Relationship Id="rId10" Type="http://schemas.openxmlformats.org/officeDocument/2006/relationships/tags" Target="../tags/tag877.xml"/><Relationship Id="rId19" Type="http://schemas.openxmlformats.org/officeDocument/2006/relationships/image" Target="../media/image61.svg"/><Relationship Id="rId4" Type="http://schemas.openxmlformats.org/officeDocument/2006/relationships/tags" Target="../tags/tag871.xml"/><Relationship Id="rId9" Type="http://schemas.openxmlformats.org/officeDocument/2006/relationships/tags" Target="../tags/tag876.xml"/><Relationship Id="rId14" Type="http://schemas.openxmlformats.org/officeDocument/2006/relationships/image" Target="../media/image56.png"/><Relationship Id="rId22" Type="http://schemas.openxmlformats.org/officeDocument/2006/relationships/image" Target="../media/image1.jpe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tags" Target="../tags/tag880.xml"/><Relationship Id="rId7" Type="http://schemas.openxmlformats.org/officeDocument/2006/relationships/image" Target="../media/image1.jpeg"/><Relationship Id="rId2" Type="http://schemas.openxmlformats.org/officeDocument/2006/relationships/tags" Target="../tags/tag879.xml"/><Relationship Id="rId1" Type="http://schemas.openxmlformats.org/officeDocument/2006/relationships/tags" Target="../tags/tag878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tags" Target="../tags/tag883.xml"/><Relationship Id="rId7" Type="http://schemas.openxmlformats.org/officeDocument/2006/relationships/image" Target="../media/image1.jpeg"/><Relationship Id="rId2" Type="http://schemas.openxmlformats.org/officeDocument/2006/relationships/tags" Target="../tags/tag882.xml"/><Relationship Id="rId1" Type="http://schemas.openxmlformats.org/officeDocument/2006/relationships/tags" Target="../tags/tag881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tags" Target="../tags/tag886.xml"/><Relationship Id="rId7" Type="http://schemas.openxmlformats.org/officeDocument/2006/relationships/image" Target="../media/image1.jpeg"/><Relationship Id="rId2" Type="http://schemas.openxmlformats.org/officeDocument/2006/relationships/tags" Target="../tags/tag885.xml"/><Relationship Id="rId1" Type="http://schemas.openxmlformats.org/officeDocument/2006/relationships/tags" Target="../tags/tag884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tags" Target="../tags/tag889.xml"/><Relationship Id="rId7" Type="http://schemas.openxmlformats.org/officeDocument/2006/relationships/image" Target="../media/image44.png"/><Relationship Id="rId2" Type="http://schemas.openxmlformats.org/officeDocument/2006/relationships/tags" Target="../tags/tag888.xml"/><Relationship Id="rId1" Type="http://schemas.openxmlformats.org/officeDocument/2006/relationships/tags" Target="../tags/tag88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91.xml"/><Relationship Id="rId4" Type="http://schemas.openxmlformats.org/officeDocument/2006/relationships/tags" Target="../tags/tag890.xml"/><Relationship Id="rId9" Type="http://schemas.openxmlformats.org/officeDocument/2006/relationships/image" Target="../media/image1.jpeg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899.xml"/><Relationship Id="rId3" Type="http://schemas.openxmlformats.org/officeDocument/2006/relationships/tags" Target="../tags/tag894.xml"/><Relationship Id="rId7" Type="http://schemas.openxmlformats.org/officeDocument/2006/relationships/tags" Target="../tags/tag898.xml"/><Relationship Id="rId12" Type="http://schemas.openxmlformats.org/officeDocument/2006/relationships/image" Target="../media/image1.jpeg"/><Relationship Id="rId2" Type="http://schemas.openxmlformats.org/officeDocument/2006/relationships/tags" Target="../tags/tag893.xml"/><Relationship Id="rId1" Type="http://schemas.openxmlformats.org/officeDocument/2006/relationships/tags" Target="../tags/tag892.xml"/><Relationship Id="rId6" Type="http://schemas.openxmlformats.org/officeDocument/2006/relationships/tags" Target="../tags/tag897.xml"/><Relationship Id="rId11" Type="http://schemas.openxmlformats.org/officeDocument/2006/relationships/image" Target="../media/image45.svg"/><Relationship Id="rId5" Type="http://schemas.openxmlformats.org/officeDocument/2006/relationships/tags" Target="../tags/tag896.xml"/><Relationship Id="rId10" Type="http://schemas.openxmlformats.org/officeDocument/2006/relationships/image" Target="../media/image44.png"/><Relationship Id="rId4" Type="http://schemas.openxmlformats.org/officeDocument/2006/relationships/tags" Target="../tags/tag895.xml"/><Relationship Id="rId9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8" Type="http://schemas.openxmlformats.org/officeDocument/2006/relationships/tags" Target="../tags/tag907.xml"/><Relationship Id="rId13" Type="http://schemas.openxmlformats.org/officeDocument/2006/relationships/image" Target="../media/image45.svg"/><Relationship Id="rId3" Type="http://schemas.openxmlformats.org/officeDocument/2006/relationships/tags" Target="../tags/tag902.xml"/><Relationship Id="rId7" Type="http://schemas.openxmlformats.org/officeDocument/2006/relationships/tags" Target="../tags/tag906.xml"/><Relationship Id="rId12" Type="http://schemas.openxmlformats.org/officeDocument/2006/relationships/image" Target="../media/image44.png"/><Relationship Id="rId2" Type="http://schemas.openxmlformats.org/officeDocument/2006/relationships/tags" Target="../tags/tag901.xml"/><Relationship Id="rId1" Type="http://schemas.openxmlformats.org/officeDocument/2006/relationships/tags" Target="../tags/tag900.xml"/><Relationship Id="rId6" Type="http://schemas.openxmlformats.org/officeDocument/2006/relationships/tags" Target="../tags/tag905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904.xml"/><Relationship Id="rId10" Type="http://schemas.openxmlformats.org/officeDocument/2006/relationships/tags" Target="../tags/tag909.xml"/><Relationship Id="rId4" Type="http://schemas.openxmlformats.org/officeDocument/2006/relationships/tags" Target="../tags/tag903.xml"/><Relationship Id="rId9" Type="http://schemas.openxmlformats.org/officeDocument/2006/relationships/tags" Target="../tags/tag908.xml"/><Relationship Id="rId14" Type="http://schemas.openxmlformats.org/officeDocument/2006/relationships/image" Target="../media/image1.jpeg"/></Relationships>
</file>

<file path=ppt/slideLayouts/_rels/slideLayout137.xml.rels><?xml version="1.0" encoding="UTF-8" standalone="yes"?>
<Relationships xmlns="http://schemas.openxmlformats.org/package/2006/relationships"><Relationship Id="rId8" Type="http://schemas.openxmlformats.org/officeDocument/2006/relationships/tags" Target="../tags/tag917.xml"/><Relationship Id="rId13" Type="http://schemas.openxmlformats.org/officeDocument/2006/relationships/tags" Target="../tags/tag922.xml"/><Relationship Id="rId18" Type="http://schemas.openxmlformats.org/officeDocument/2006/relationships/image" Target="../media/image44.png"/><Relationship Id="rId3" Type="http://schemas.openxmlformats.org/officeDocument/2006/relationships/tags" Target="../tags/tag912.xml"/><Relationship Id="rId7" Type="http://schemas.openxmlformats.org/officeDocument/2006/relationships/tags" Target="../tags/tag916.xml"/><Relationship Id="rId12" Type="http://schemas.openxmlformats.org/officeDocument/2006/relationships/tags" Target="../tags/tag921.xml"/><Relationship Id="rId17" Type="http://schemas.openxmlformats.org/officeDocument/2006/relationships/slideMaster" Target="../slideMasters/slideMaster3.xml"/><Relationship Id="rId2" Type="http://schemas.openxmlformats.org/officeDocument/2006/relationships/tags" Target="../tags/tag911.xml"/><Relationship Id="rId16" Type="http://schemas.openxmlformats.org/officeDocument/2006/relationships/tags" Target="../tags/tag925.xml"/><Relationship Id="rId20" Type="http://schemas.openxmlformats.org/officeDocument/2006/relationships/image" Target="../media/image1.jpeg"/><Relationship Id="rId1" Type="http://schemas.openxmlformats.org/officeDocument/2006/relationships/tags" Target="../tags/tag910.xml"/><Relationship Id="rId6" Type="http://schemas.openxmlformats.org/officeDocument/2006/relationships/tags" Target="../tags/tag915.xml"/><Relationship Id="rId11" Type="http://schemas.openxmlformats.org/officeDocument/2006/relationships/tags" Target="../tags/tag920.xml"/><Relationship Id="rId5" Type="http://schemas.openxmlformats.org/officeDocument/2006/relationships/tags" Target="../tags/tag914.xml"/><Relationship Id="rId15" Type="http://schemas.openxmlformats.org/officeDocument/2006/relationships/tags" Target="../tags/tag924.xml"/><Relationship Id="rId10" Type="http://schemas.openxmlformats.org/officeDocument/2006/relationships/tags" Target="../tags/tag919.xml"/><Relationship Id="rId19" Type="http://schemas.openxmlformats.org/officeDocument/2006/relationships/image" Target="../media/image45.svg"/><Relationship Id="rId4" Type="http://schemas.openxmlformats.org/officeDocument/2006/relationships/tags" Target="../tags/tag913.xml"/><Relationship Id="rId9" Type="http://schemas.openxmlformats.org/officeDocument/2006/relationships/tags" Target="../tags/tag918.xml"/><Relationship Id="rId14" Type="http://schemas.openxmlformats.org/officeDocument/2006/relationships/tags" Target="../tags/tag92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27.xml"/><Relationship Id="rId1" Type="http://schemas.openxmlformats.org/officeDocument/2006/relationships/tags" Target="../tags/tag926.xml"/><Relationship Id="rId6" Type="http://schemas.openxmlformats.org/officeDocument/2006/relationships/image" Target="../media/image1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930.xml"/><Relationship Id="rId7" Type="http://schemas.openxmlformats.org/officeDocument/2006/relationships/image" Target="../media/image45.svg"/><Relationship Id="rId2" Type="http://schemas.openxmlformats.org/officeDocument/2006/relationships/tags" Target="../tags/tag929.xml"/><Relationship Id="rId1" Type="http://schemas.openxmlformats.org/officeDocument/2006/relationships/tags" Target="../tags/tag928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931.xml"/></Relationships>
</file>

<file path=ppt/slideLayouts/_rels/slideLayout140.xml.rels><?xml version="1.0" encoding="UTF-8" standalone="yes"?>
<Relationships xmlns="http://schemas.openxmlformats.org/package/2006/relationships"><Relationship Id="rId8" Type="http://schemas.openxmlformats.org/officeDocument/2006/relationships/tags" Target="../tags/tag939.xml"/><Relationship Id="rId13" Type="http://schemas.openxmlformats.org/officeDocument/2006/relationships/image" Target="../media/image44.png"/><Relationship Id="rId3" Type="http://schemas.openxmlformats.org/officeDocument/2006/relationships/tags" Target="../tags/tag934.xml"/><Relationship Id="rId7" Type="http://schemas.openxmlformats.org/officeDocument/2006/relationships/tags" Target="../tags/tag938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933.xml"/><Relationship Id="rId1" Type="http://schemas.openxmlformats.org/officeDocument/2006/relationships/tags" Target="../tags/tag932.xml"/><Relationship Id="rId6" Type="http://schemas.openxmlformats.org/officeDocument/2006/relationships/tags" Target="../tags/tag937.xml"/><Relationship Id="rId11" Type="http://schemas.openxmlformats.org/officeDocument/2006/relationships/tags" Target="../tags/tag942.xml"/><Relationship Id="rId5" Type="http://schemas.openxmlformats.org/officeDocument/2006/relationships/tags" Target="../tags/tag936.xml"/><Relationship Id="rId15" Type="http://schemas.openxmlformats.org/officeDocument/2006/relationships/image" Target="../media/image1.jpeg"/><Relationship Id="rId10" Type="http://schemas.openxmlformats.org/officeDocument/2006/relationships/tags" Target="../tags/tag941.xml"/><Relationship Id="rId4" Type="http://schemas.openxmlformats.org/officeDocument/2006/relationships/tags" Target="../tags/tag935.xml"/><Relationship Id="rId9" Type="http://schemas.openxmlformats.org/officeDocument/2006/relationships/tags" Target="../tags/tag940.xml"/><Relationship Id="rId14" Type="http://schemas.openxmlformats.org/officeDocument/2006/relationships/image" Target="../media/image45.svg"/></Relationships>
</file>

<file path=ppt/slideLayouts/_rels/slideLayout141.xml.rels><?xml version="1.0" encoding="UTF-8" standalone="yes"?>
<Relationships xmlns="http://schemas.openxmlformats.org/package/2006/relationships"><Relationship Id="rId8" Type="http://schemas.openxmlformats.org/officeDocument/2006/relationships/tags" Target="../tags/tag950.xml"/><Relationship Id="rId13" Type="http://schemas.openxmlformats.org/officeDocument/2006/relationships/image" Target="../media/image44.png"/><Relationship Id="rId3" Type="http://schemas.openxmlformats.org/officeDocument/2006/relationships/tags" Target="../tags/tag945.xml"/><Relationship Id="rId7" Type="http://schemas.openxmlformats.org/officeDocument/2006/relationships/tags" Target="../tags/tag949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944.xml"/><Relationship Id="rId1" Type="http://schemas.openxmlformats.org/officeDocument/2006/relationships/tags" Target="../tags/tag943.xml"/><Relationship Id="rId6" Type="http://schemas.openxmlformats.org/officeDocument/2006/relationships/tags" Target="../tags/tag948.xml"/><Relationship Id="rId11" Type="http://schemas.openxmlformats.org/officeDocument/2006/relationships/tags" Target="../tags/tag953.xml"/><Relationship Id="rId5" Type="http://schemas.openxmlformats.org/officeDocument/2006/relationships/tags" Target="../tags/tag947.xml"/><Relationship Id="rId15" Type="http://schemas.openxmlformats.org/officeDocument/2006/relationships/image" Target="../media/image1.jpeg"/><Relationship Id="rId10" Type="http://schemas.openxmlformats.org/officeDocument/2006/relationships/tags" Target="../tags/tag952.xml"/><Relationship Id="rId4" Type="http://schemas.openxmlformats.org/officeDocument/2006/relationships/tags" Target="../tags/tag946.xml"/><Relationship Id="rId9" Type="http://schemas.openxmlformats.org/officeDocument/2006/relationships/tags" Target="../tags/tag951.xml"/><Relationship Id="rId14" Type="http://schemas.openxmlformats.org/officeDocument/2006/relationships/image" Target="../media/image45.svg"/></Relationships>
</file>

<file path=ppt/slideLayouts/_rels/slideLayout142.xml.rels><?xml version="1.0" encoding="UTF-8" standalone="yes"?>
<Relationships xmlns="http://schemas.openxmlformats.org/package/2006/relationships"><Relationship Id="rId8" Type="http://schemas.openxmlformats.org/officeDocument/2006/relationships/tags" Target="../tags/tag961.xml"/><Relationship Id="rId3" Type="http://schemas.openxmlformats.org/officeDocument/2006/relationships/tags" Target="../tags/tag956.xml"/><Relationship Id="rId7" Type="http://schemas.openxmlformats.org/officeDocument/2006/relationships/tags" Target="../tags/tag960.xml"/><Relationship Id="rId12" Type="http://schemas.openxmlformats.org/officeDocument/2006/relationships/image" Target="../media/image1.jpeg"/><Relationship Id="rId2" Type="http://schemas.openxmlformats.org/officeDocument/2006/relationships/tags" Target="../tags/tag955.xml"/><Relationship Id="rId1" Type="http://schemas.openxmlformats.org/officeDocument/2006/relationships/tags" Target="../tags/tag954.xml"/><Relationship Id="rId6" Type="http://schemas.openxmlformats.org/officeDocument/2006/relationships/tags" Target="../tags/tag959.xml"/><Relationship Id="rId11" Type="http://schemas.openxmlformats.org/officeDocument/2006/relationships/image" Target="../media/image45.svg"/><Relationship Id="rId5" Type="http://schemas.openxmlformats.org/officeDocument/2006/relationships/tags" Target="../tags/tag958.xml"/><Relationship Id="rId10" Type="http://schemas.openxmlformats.org/officeDocument/2006/relationships/image" Target="../media/image44.png"/><Relationship Id="rId4" Type="http://schemas.openxmlformats.org/officeDocument/2006/relationships/tags" Target="../tags/tag957.xml"/><Relationship Id="rId9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96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963.xml"/><Relationship Id="rId1" Type="http://schemas.openxmlformats.org/officeDocument/2006/relationships/tags" Target="../tags/tag962.xml"/><Relationship Id="rId6" Type="http://schemas.openxmlformats.org/officeDocument/2006/relationships/tags" Target="../tags/tag967.xml"/><Relationship Id="rId5" Type="http://schemas.openxmlformats.org/officeDocument/2006/relationships/tags" Target="../tags/tag966.xml"/><Relationship Id="rId10" Type="http://schemas.openxmlformats.org/officeDocument/2006/relationships/image" Target="../media/image1.jpeg"/><Relationship Id="rId4" Type="http://schemas.openxmlformats.org/officeDocument/2006/relationships/tags" Target="../tags/tag965.xml"/><Relationship Id="rId9" Type="http://schemas.openxmlformats.org/officeDocument/2006/relationships/image" Target="../media/image45.svg"/></Relationships>
</file>

<file path=ppt/slideLayouts/_rels/slideLayout144.xml.rels><?xml version="1.0" encoding="UTF-8" standalone="yes"?>
<Relationships xmlns="http://schemas.openxmlformats.org/package/2006/relationships"><Relationship Id="rId8" Type="http://schemas.openxmlformats.org/officeDocument/2006/relationships/tags" Target="../tags/tag975.xml"/><Relationship Id="rId3" Type="http://schemas.openxmlformats.org/officeDocument/2006/relationships/tags" Target="../tags/tag970.xml"/><Relationship Id="rId7" Type="http://schemas.openxmlformats.org/officeDocument/2006/relationships/tags" Target="../tags/tag974.xml"/><Relationship Id="rId12" Type="http://schemas.openxmlformats.org/officeDocument/2006/relationships/image" Target="../media/image1.jpeg"/><Relationship Id="rId2" Type="http://schemas.openxmlformats.org/officeDocument/2006/relationships/tags" Target="../tags/tag969.xml"/><Relationship Id="rId1" Type="http://schemas.openxmlformats.org/officeDocument/2006/relationships/tags" Target="../tags/tag968.xml"/><Relationship Id="rId6" Type="http://schemas.openxmlformats.org/officeDocument/2006/relationships/tags" Target="../tags/tag973.xml"/><Relationship Id="rId11" Type="http://schemas.openxmlformats.org/officeDocument/2006/relationships/image" Target="../media/image45.svg"/><Relationship Id="rId5" Type="http://schemas.openxmlformats.org/officeDocument/2006/relationships/tags" Target="../tags/tag972.xml"/><Relationship Id="rId10" Type="http://schemas.openxmlformats.org/officeDocument/2006/relationships/image" Target="../media/image44.png"/><Relationship Id="rId4" Type="http://schemas.openxmlformats.org/officeDocument/2006/relationships/tags" Target="../tags/tag971.xml"/><Relationship Id="rId9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8" Type="http://schemas.openxmlformats.org/officeDocument/2006/relationships/tags" Target="../tags/tag983.xml"/><Relationship Id="rId13" Type="http://schemas.openxmlformats.org/officeDocument/2006/relationships/image" Target="../media/image45.svg"/><Relationship Id="rId3" Type="http://schemas.openxmlformats.org/officeDocument/2006/relationships/tags" Target="../tags/tag978.xml"/><Relationship Id="rId7" Type="http://schemas.openxmlformats.org/officeDocument/2006/relationships/tags" Target="../tags/tag982.xml"/><Relationship Id="rId12" Type="http://schemas.openxmlformats.org/officeDocument/2006/relationships/image" Target="../media/image44.png"/><Relationship Id="rId2" Type="http://schemas.openxmlformats.org/officeDocument/2006/relationships/tags" Target="../tags/tag977.xml"/><Relationship Id="rId1" Type="http://schemas.openxmlformats.org/officeDocument/2006/relationships/tags" Target="../tags/tag976.xml"/><Relationship Id="rId6" Type="http://schemas.openxmlformats.org/officeDocument/2006/relationships/tags" Target="../tags/tag981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980.xml"/><Relationship Id="rId10" Type="http://schemas.openxmlformats.org/officeDocument/2006/relationships/tags" Target="../tags/tag985.xml"/><Relationship Id="rId4" Type="http://schemas.openxmlformats.org/officeDocument/2006/relationships/tags" Target="../tags/tag979.xml"/><Relationship Id="rId9" Type="http://schemas.openxmlformats.org/officeDocument/2006/relationships/tags" Target="../tags/tag984.xml"/><Relationship Id="rId14" Type="http://schemas.openxmlformats.org/officeDocument/2006/relationships/image" Target="../media/image1.jpeg"/></Relationships>
</file>

<file path=ppt/slideLayouts/_rels/slideLayout146.xml.rels><?xml version="1.0" encoding="UTF-8" standalone="yes"?>
<Relationships xmlns="http://schemas.openxmlformats.org/package/2006/relationships"><Relationship Id="rId8" Type="http://schemas.openxmlformats.org/officeDocument/2006/relationships/tags" Target="../tags/tag993.xml"/><Relationship Id="rId3" Type="http://schemas.openxmlformats.org/officeDocument/2006/relationships/tags" Target="../tags/tag988.xml"/><Relationship Id="rId7" Type="http://schemas.openxmlformats.org/officeDocument/2006/relationships/tags" Target="../tags/tag992.xml"/><Relationship Id="rId12" Type="http://schemas.openxmlformats.org/officeDocument/2006/relationships/image" Target="../media/image1.jpeg"/><Relationship Id="rId2" Type="http://schemas.openxmlformats.org/officeDocument/2006/relationships/tags" Target="../tags/tag987.xml"/><Relationship Id="rId1" Type="http://schemas.openxmlformats.org/officeDocument/2006/relationships/tags" Target="../tags/tag986.xml"/><Relationship Id="rId6" Type="http://schemas.openxmlformats.org/officeDocument/2006/relationships/tags" Target="../tags/tag991.xml"/><Relationship Id="rId11" Type="http://schemas.openxmlformats.org/officeDocument/2006/relationships/image" Target="../media/image45.svg"/><Relationship Id="rId5" Type="http://schemas.openxmlformats.org/officeDocument/2006/relationships/tags" Target="../tags/tag990.xml"/><Relationship Id="rId10" Type="http://schemas.openxmlformats.org/officeDocument/2006/relationships/image" Target="../media/image44.png"/><Relationship Id="rId4" Type="http://schemas.openxmlformats.org/officeDocument/2006/relationships/tags" Target="../tags/tag989.xml"/><Relationship Id="rId9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99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995.xml"/><Relationship Id="rId1" Type="http://schemas.openxmlformats.org/officeDocument/2006/relationships/tags" Target="../tags/tag994.xml"/><Relationship Id="rId6" Type="http://schemas.openxmlformats.org/officeDocument/2006/relationships/tags" Target="../tags/tag999.xml"/><Relationship Id="rId5" Type="http://schemas.openxmlformats.org/officeDocument/2006/relationships/tags" Target="../tags/tag998.xml"/><Relationship Id="rId10" Type="http://schemas.openxmlformats.org/officeDocument/2006/relationships/image" Target="../media/image1.jpeg"/><Relationship Id="rId4" Type="http://schemas.openxmlformats.org/officeDocument/2006/relationships/tags" Target="../tags/tag997.xml"/><Relationship Id="rId9" Type="http://schemas.openxmlformats.org/officeDocument/2006/relationships/image" Target="../media/image45.svg"/></Relationships>
</file>

<file path=ppt/slideLayouts/_rels/slideLayout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tags" Target="../tags/tag1002.xml"/><Relationship Id="rId7" Type="http://schemas.openxmlformats.org/officeDocument/2006/relationships/image" Target="../media/image64.png"/><Relationship Id="rId2" Type="http://schemas.openxmlformats.org/officeDocument/2006/relationships/tags" Target="../tags/tag1001.xml"/><Relationship Id="rId1" Type="http://schemas.openxmlformats.org/officeDocument/2006/relationships/tags" Target="../tags/tag1000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Relationship Id="rId9" Type="http://schemas.openxmlformats.org/officeDocument/2006/relationships/image" Target="../media/image1.jpe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tags" Target="../tags/tag1005.xml"/><Relationship Id="rId7" Type="http://schemas.openxmlformats.org/officeDocument/2006/relationships/image" Target="../media/image1.jpeg"/><Relationship Id="rId2" Type="http://schemas.openxmlformats.org/officeDocument/2006/relationships/tags" Target="../tags/tag1004.xml"/><Relationship Id="rId1" Type="http://schemas.openxmlformats.org/officeDocument/2006/relationships/tags" Target="../tags/tag1003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tags" Target="../tags/tag1008.xml"/><Relationship Id="rId7" Type="http://schemas.openxmlformats.org/officeDocument/2006/relationships/image" Target="../media/image1.jpeg"/><Relationship Id="rId2" Type="http://schemas.openxmlformats.org/officeDocument/2006/relationships/tags" Target="../tags/tag1007.xml"/><Relationship Id="rId1" Type="http://schemas.openxmlformats.org/officeDocument/2006/relationships/tags" Target="../tags/tag1006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tags" Target="../tags/tag1011.xml"/><Relationship Id="rId7" Type="http://schemas.openxmlformats.org/officeDocument/2006/relationships/image" Target="../media/image1.jpeg"/><Relationship Id="rId2" Type="http://schemas.openxmlformats.org/officeDocument/2006/relationships/tags" Target="../tags/tag1010.xml"/><Relationship Id="rId1" Type="http://schemas.openxmlformats.org/officeDocument/2006/relationships/tags" Target="../tags/tag1009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tags" Target="../tags/tag1014.xml"/><Relationship Id="rId7" Type="http://schemas.openxmlformats.org/officeDocument/2006/relationships/image" Target="../media/image1.jpeg"/><Relationship Id="rId2" Type="http://schemas.openxmlformats.org/officeDocument/2006/relationships/tags" Target="../tags/tag1013.xml"/><Relationship Id="rId1" Type="http://schemas.openxmlformats.org/officeDocument/2006/relationships/tags" Target="../tags/tag10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tags" Target="../tags/tag1017.xml"/><Relationship Id="rId7" Type="http://schemas.openxmlformats.org/officeDocument/2006/relationships/image" Target="../media/image1.jpeg"/><Relationship Id="rId2" Type="http://schemas.openxmlformats.org/officeDocument/2006/relationships/tags" Target="../tags/tag1016.xml"/><Relationship Id="rId1" Type="http://schemas.openxmlformats.org/officeDocument/2006/relationships/tags" Target="../tags/tag1015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19.xml"/><Relationship Id="rId1" Type="http://schemas.openxmlformats.org/officeDocument/2006/relationships/tags" Target="../tags/tag1018.xml"/><Relationship Id="rId6" Type="http://schemas.openxmlformats.org/officeDocument/2006/relationships/image" Target="../media/image1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20.xml"/><Relationship Id="rId5" Type="http://schemas.openxmlformats.org/officeDocument/2006/relationships/image" Target="../media/image1.jpeg"/><Relationship Id="rId4" Type="http://schemas.openxmlformats.org/officeDocument/2006/relationships/image" Target="../media/image45.svg"/></Relationships>
</file>

<file path=ppt/slideLayouts/_rels/slideLayout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023.xml"/><Relationship Id="rId7" Type="http://schemas.openxmlformats.org/officeDocument/2006/relationships/image" Target="../media/image45.svg"/><Relationship Id="rId2" Type="http://schemas.openxmlformats.org/officeDocument/2006/relationships/tags" Target="../tags/tag1022.xml"/><Relationship Id="rId1" Type="http://schemas.openxmlformats.org/officeDocument/2006/relationships/tags" Target="../tags/tag1021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024.xml"/></Relationships>
</file>

<file path=ppt/slideLayouts/_rels/slideLayout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027.xml"/><Relationship Id="rId7" Type="http://schemas.openxmlformats.org/officeDocument/2006/relationships/image" Target="../media/image45.svg"/><Relationship Id="rId2" Type="http://schemas.openxmlformats.org/officeDocument/2006/relationships/tags" Target="../tags/tag1026.xml"/><Relationship Id="rId1" Type="http://schemas.openxmlformats.org/officeDocument/2006/relationships/tags" Target="../tags/tag1025.xml"/><Relationship Id="rId6" Type="http://schemas.openxmlformats.org/officeDocument/2006/relationships/image" Target="../media/image44.pn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028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30.xml"/><Relationship Id="rId1" Type="http://schemas.openxmlformats.org/officeDocument/2006/relationships/tags" Target="../tags/tag1029.xml"/><Relationship Id="rId6" Type="http://schemas.openxmlformats.org/officeDocument/2006/relationships/image" Target="../media/image1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Layouts/_rels/slideLayout159.xml.rels><?xml version="1.0" encoding="UTF-8" standalone="yes"?>
<Relationships xmlns="http://schemas.openxmlformats.org/package/2006/relationships"><Relationship Id="rId8" Type="http://schemas.openxmlformats.org/officeDocument/2006/relationships/tags" Target="../tags/tag1038.xml"/><Relationship Id="rId13" Type="http://schemas.openxmlformats.org/officeDocument/2006/relationships/image" Target="../media/image45.svg"/><Relationship Id="rId3" Type="http://schemas.openxmlformats.org/officeDocument/2006/relationships/tags" Target="../tags/tag1033.xml"/><Relationship Id="rId7" Type="http://schemas.openxmlformats.org/officeDocument/2006/relationships/tags" Target="../tags/tag1037.xml"/><Relationship Id="rId12" Type="http://schemas.openxmlformats.org/officeDocument/2006/relationships/image" Target="../media/image44.png"/><Relationship Id="rId2" Type="http://schemas.openxmlformats.org/officeDocument/2006/relationships/tags" Target="../tags/tag1032.xml"/><Relationship Id="rId1" Type="http://schemas.openxmlformats.org/officeDocument/2006/relationships/tags" Target="../tags/tag1031.xml"/><Relationship Id="rId6" Type="http://schemas.openxmlformats.org/officeDocument/2006/relationships/tags" Target="../tags/tag1036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1035.xml"/><Relationship Id="rId10" Type="http://schemas.openxmlformats.org/officeDocument/2006/relationships/tags" Target="../tags/tag1040.xml"/><Relationship Id="rId4" Type="http://schemas.openxmlformats.org/officeDocument/2006/relationships/tags" Target="../tags/tag1034.xml"/><Relationship Id="rId9" Type="http://schemas.openxmlformats.org/officeDocument/2006/relationships/tags" Target="../tags/tag1039.xml"/><Relationship Id="rId14" Type="http://schemas.openxmlformats.org/officeDocument/2006/relationships/image" Target="../media/image1.jpeg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3F736-1410-E2DB-4FC2-28F082B7C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68D5C4-70B6-646A-D432-060DCD8F3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84D7AF-6A1C-8682-6473-32F95F69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F2603-A768-78B7-018E-E09632D6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30EC7-CA0A-BD5C-F26E-E997F7FA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05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1D99A-866B-D3AF-8272-E2F9F317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62BA4E-19C6-E5FC-0EFE-529C929E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1CBC2F-663A-E1A9-10F8-A277C38D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E4BEB6-F7B1-FC3E-C4A0-5D4B37A4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76ACB-B484-0334-0286-95802E5C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83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3CEA7-F623-5BE5-F350-40BDADC6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C79DBF-859C-E92B-56E9-14AD442E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3D1580-F45E-26A1-DE6F-584EF489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8A8C84-9F57-6C32-DF83-E2E30756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AB06C7-81E7-0B37-5131-9B6B971C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DEE1A-CE7F-D3F1-9133-54D0CF49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9FB525-E612-9439-07AF-ABA31E924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D0A509-DAFD-25B5-84BF-A57514E7C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6C1791-C941-28CC-706D-6B5220B0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42CD6A-44CA-E223-9E14-148C6F98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BEB3AB-C7A9-62AD-1A66-DEC9CF85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6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2A236-EB6F-3C17-25DF-2A446C8D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962E55-954B-5672-ABAD-68877652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C6DF5F-11A5-C8E5-35B2-A2B64F21D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584FC2C-BF6F-1CFF-69C3-D7A03F22D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FBD0965-5FFF-7349-6518-26AF50372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140946-8B66-1795-2DAE-C4385543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23AEA86-2C6A-5977-56C4-E5BAECB3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3E9AAC-7E9C-3E6D-8999-8791C81FC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24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DD442-1EE3-5953-99EB-20645C87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BCB807-8F7E-14C9-C3CC-9772DA2F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71F44A-B344-CB65-B5A3-3DD4FFBD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F2B9F1-DBED-FFE6-BF38-2533234A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93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3E6CAA-C48E-FB04-A16F-D0E79D15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18BD6A-CE6A-C105-99EE-B8D8E171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CEA8F7-C688-EF92-ED14-1DF0AC8B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76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D7448-9194-8BB7-DE99-954410E1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735660-EC77-0FB1-A7E6-7801BCC9B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4B45DC-5C73-D0D4-C6AA-20C45021B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3A8CFE-9461-FFC5-9CBD-1B66464C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A69688-B993-DA35-1A8D-F34ACBE7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7BC786-02D4-60F8-31BA-28918805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57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32BF6-92F0-0CCD-C09D-1266DAF1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FC5B3C-A9AB-EB3D-EE77-8E10BAF5E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6D70E5-2FE3-BECA-7BE8-DB6198BE2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33A013-CD4F-D939-A43C-F3F77E30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3C4125-B69E-744B-E09E-6D367A3B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452FF2-7B60-5081-1DB3-BBC16872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0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8A678-CC3E-55EC-EEF9-152DC2A5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3E65C4-D047-381B-1B91-34AE52D9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34A7DE-1434-D011-768A-90558063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1F266-0A14-F719-8F18-278DC0D0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90705C-6787-263D-312D-5511335B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88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37FA22-1D0F-0B15-85F4-9804BEC5F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53BE3F-AF71-BC70-9083-311A8B6FC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8604C-EC16-11BA-F604-7AEED99F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A91B29-B9E9-3990-5299-F1ED7C5D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14F521-1627-A2F2-4E76-BCB9ACA6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891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">
            <a:extLst>
              <a:ext uri="{FF2B5EF4-FFF2-40B4-BE49-F238E27FC236}">
                <a16:creationId xmlns:a16="http://schemas.microsoft.com/office/drawing/2014/main" id="{356C674D-C1B2-3D36-EDA7-DF911EB1FEB6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1BD3DABB-62AC-C704-C426-2B0C4C5FE58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EC4267-75DC-2698-E83E-C2C03A67EEE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A6051B09-DA1A-3E13-A6F8-10F09B9F967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7" y="1304925"/>
            <a:ext cx="7272338" cy="4968875"/>
          </a:xfrm>
          <a:prstGeom prst="roundRect">
            <a:avLst>
              <a:gd name="adj" fmla="val 930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1701A77F-3F56-CD18-BB7D-9EB1DC5C0B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3519181" cy="332398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C33DAF4D-5B62-BE3B-CC0B-FAEBC6862C28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15188" y="4762322"/>
            <a:ext cx="3301200" cy="148758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EB6561E-A668-1F5B-D3AA-2B30EB3E2784}"/>
              </a:ext>
            </a:extLst>
          </p:cNvPr>
          <p:cNvCxnSpPr>
            <a:cxnSpLocks/>
          </p:cNvCxnSpPr>
          <p:nvPr userDrawn="1"/>
        </p:nvCxnSpPr>
        <p:spPr>
          <a:xfrm>
            <a:off x="588644" y="4762322"/>
            <a:ext cx="0" cy="14868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">
            <a:extLst>
              <a:ext uri="{FF2B5EF4-FFF2-40B4-BE49-F238E27FC236}">
                <a16:creationId xmlns:a16="http://schemas.microsoft.com/office/drawing/2014/main" id="{CAC7F701-456D-855A-7EFF-A8080DBB532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512423" y="586604"/>
            <a:ext cx="6347290" cy="207749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54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A6051B09-DA1A-3E13-A6F8-10F09B9F967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7" y="1304925"/>
            <a:ext cx="7272338" cy="4968875"/>
          </a:xfrm>
          <a:prstGeom prst="roundRect">
            <a:avLst>
              <a:gd name="adj" fmla="val 930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1701A77F-3F56-CD18-BB7D-9EB1DC5C0B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3519181" cy="332398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C33DAF4D-5B62-BE3B-CC0B-FAEBC6862C28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15188" y="4762322"/>
            <a:ext cx="3301200" cy="148758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EB6561E-A668-1F5B-D3AA-2B30EB3E2784}"/>
              </a:ext>
            </a:extLst>
          </p:cNvPr>
          <p:cNvCxnSpPr>
            <a:cxnSpLocks/>
          </p:cNvCxnSpPr>
          <p:nvPr userDrawn="1"/>
        </p:nvCxnSpPr>
        <p:spPr>
          <a:xfrm>
            <a:off x="588644" y="4762322"/>
            <a:ext cx="0" cy="14868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">
            <a:extLst>
              <a:ext uri="{FF2B5EF4-FFF2-40B4-BE49-F238E27FC236}">
                <a16:creationId xmlns:a16="http://schemas.microsoft.com/office/drawing/2014/main" id="{4BDBECF9-DB34-92C5-7CDA-422E5D1DE17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78F772F3-7657-B77F-33E0-AE26AA139A8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C82AC125-CFE4-4B8F-91CC-A89EEA5C152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0C2559A-C607-3F25-0A9B-C84288050F8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512422" y="586604"/>
            <a:ext cx="6346800" cy="207749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81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A6051B09-DA1A-3E13-A6F8-10F09B9F967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4" y="2869717"/>
            <a:ext cx="8208963" cy="3404084"/>
          </a:xfrm>
          <a:prstGeom prst="roundRect">
            <a:avLst>
              <a:gd name="adj" fmla="val 120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4CEB481F-1823-4765-281F-C81410C01EA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18769"/>
            <a:ext cx="11007418" cy="1329595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5ACA08E9-A0F7-497A-AE3B-794647A6B01F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F3A21855-91DD-0F3C-5A4C-18746B79BB9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392B8F50-6883-091A-C4C2-B9F87717B4A3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708D77A-7D0D-AD7E-C0A8-290E56784BAA}"/>
              </a:ext>
            </a:extLst>
          </p:cNvPr>
          <p:cNvSpPr/>
          <p:nvPr userDrawn="1"/>
        </p:nvSpPr>
        <p:spPr>
          <a:xfrm>
            <a:off x="9012238" y="2869717"/>
            <a:ext cx="2592387" cy="3404082"/>
          </a:xfrm>
          <a:prstGeom prst="roundRect">
            <a:avLst>
              <a:gd name="adj" fmla="val 168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4E5DF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87939C5-1375-2506-AC1A-E4C3980173F0}"/>
              </a:ext>
            </a:extLst>
          </p:cNvPr>
          <p:cNvSpPr/>
          <p:nvPr userDrawn="1"/>
        </p:nvSpPr>
        <p:spPr>
          <a:xfrm>
            <a:off x="9238620" y="3078829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pic>
        <p:nvPicPr>
          <p:cNvPr id="13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5FC6818D-A3D7-E8D2-6160-7E6B8FBB75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4541"/>
          <a:stretch>
            <a:fillRect/>
          </a:stretch>
        </p:blipFill>
        <p:spPr>
          <a:xfrm rot="13500000">
            <a:off x="9179225" y="3162250"/>
            <a:ext cx="562221" cy="255582"/>
          </a:xfrm>
          <a:prstGeom prst="rect">
            <a:avLst/>
          </a:prstGeom>
        </p:spPr>
      </p:pic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3BA416E9-12CA-F1D4-926B-21435F9F32C7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2"/>
            </p:custDataLst>
          </p:nvPr>
        </p:nvSpPr>
        <p:spPr>
          <a:xfrm>
            <a:off x="9012634" y="4080589"/>
            <a:ext cx="2591991" cy="2193211"/>
          </a:xfrm>
        </p:spPr>
        <p:txBody>
          <a:bodyPr lIns="216000" tIns="216000" rIns="216000" bIns="432000" anchor="b" anchorCtr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6ADD8380-6541-D4FD-07CE-8A1813FFE94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512422" y="586604"/>
            <a:ext cx="6346800" cy="207749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05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B01F3E5E-5D1C-E562-E561-CADCC5F570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2987017"/>
            <a:ext cx="11017250" cy="3286783"/>
          </a:xfrm>
          <a:prstGeom prst="round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703A1FDE-DB7C-B02A-D98B-46601A540191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302157" y="1264653"/>
            <a:ext cx="3301200" cy="148758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4A4BAC21-DBC4-B3DD-1FE8-B438F4268D2A}"/>
              </a:ext>
            </a:extLst>
          </p:cNvPr>
          <p:cNvCxnSpPr>
            <a:cxnSpLocks/>
          </p:cNvCxnSpPr>
          <p:nvPr userDrawn="1"/>
        </p:nvCxnSpPr>
        <p:spPr>
          <a:xfrm>
            <a:off x="8075613" y="1264653"/>
            <a:ext cx="0" cy="14868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78E310D-6E8D-132A-19C2-C6FD4F4BD81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1318769"/>
            <a:ext cx="7251861" cy="1329595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3F3CC92E-D7D3-6E57-6224-6ECB119B7C71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851AF570-3A3A-0098-A27E-891FFC400CF3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AD63BA88-0FFC-9310-887D-8EC601E5CF5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7EE29289-98AE-1689-C029-BD2ADB0FA9C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89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">
            <a:extLst>
              <a:ext uri="{FF2B5EF4-FFF2-40B4-BE49-F238E27FC236}">
                <a16:creationId xmlns:a16="http://schemas.microsoft.com/office/drawing/2014/main" id="{356C674D-C1B2-3D36-EDA7-DF911EB1FEB6}"/>
              </a:ext>
            </a:extLst>
          </p:cNvPr>
          <p:cNvSpPr/>
          <p:nvPr userDrawn="1"/>
        </p:nvSpPr>
        <p:spPr>
          <a:xfrm>
            <a:off x="587375" y="608227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1BD3DABB-62AC-C704-C426-2B0C4C5FE585}"/>
              </a:ext>
            </a:extLst>
          </p:cNvPr>
          <p:cNvSpPr/>
          <p:nvPr userDrawn="1"/>
        </p:nvSpPr>
        <p:spPr>
          <a:xfrm>
            <a:off x="895725" y="608227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EC4267-75DC-2698-E83E-C2C03A67EEE7}"/>
              </a:ext>
            </a:extLst>
          </p:cNvPr>
          <p:cNvSpPr/>
          <p:nvPr userDrawn="1"/>
        </p:nvSpPr>
        <p:spPr>
          <a:xfrm>
            <a:off x="1204074" y="608227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19">
            <a:extLst>
              <a:ext uri="{FF2B5EF4-FFF2-40B4-BE49-F238E27FC236}">
                <a16:creationId xmlns:a16="http://schemas.microsoft.com/office/drawing/2014/main" id="{B0CA261C-D03A-2112-BD6B-FD5C5ADB06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2987017"/>
            <a:ext cx="11017250" cy="3286783"/>
          </a:xfrm>
          <a:prstGeom prst="round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942B4F5B-2D18-5825-C746-13A791416E6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18769"/>
            <a:ext cx="7251861" cy="1329595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E589079C-7F36-5B7F-A645-849919EF0B44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302157" y="1264653"/>
            <a:ext cx="3301200" cy="148758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6157DF3-5A4C-8236-9E4A-B19ADDB0CD37}"/>
              </a:ext>
            </a:extLst>
          </p:cNvPr>
          <p:cNvCxnSpPr>
            <a:cxnSpLocks/>
          </p:cNvCxnSpPr>
          <p:nvPr userDrawn="1"/>
        </p:nvCxnSpPr>
        <p:spPr>
          <a:xfrm>
            <a:off x="8075613" y="1264653"/>
            <a:ext cx="0" cy="14868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2E89CEB-340C-6861-6132-CCE4BAFDF81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43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B01F3E5E-5D1C-E562-E561-CADCC5F570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1329407"/>
            <a:ext cx="7272338" cy="4944393"/>
          </a:xfrm>
          <a:prstGeom prst="roundRect">
            <a:avLst>
              <a:gd name="adj" fmla="val 9644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703A1FDE-DB7C-B02A-D98B-46601A540191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302157" y="4784799"/>
            <a:ext cx="3301200" cy="148758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4A4BAC21-DBC4-B3DD-1FE8-B438F4268D2A}"/>
              </a:ext>
            </a:extLst>
          </p:cNvPr>
          <p:cNvCxnSpPr>
            <a:cxnSpLocks/>
          </p:cNvCxnSpPr>
          <p:nvPr userDrawn="1"/>
        </p:nvCxnSpPr>
        <p:spPr>
          <a:xfrm>
            <a:off x="8075613" y="4784799"/>
            <a:ext cx="0" cy="14868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lipse">
            <a:extLst>
              <a:ext uri="{FF2B5EF4-FFF2-40B4-BE49-F238E27FC236}">
                <a16:creationId xmlns:a16="http://schemas.microsoft.com/office/drawing/2014/main" id="{B041C1B8-011F-C9D8-BDDD-A86A883F83F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Ellipse">
            <a:extLst>
              <a:ext uri="{FF2B5EF4-FFF2-40B4-BE49-F238E27FC236}">
                <a16:creationId xmlns:a16="http://schemas.microsoft.com/office/drawing/2014/main" id="{6C490239-779F-60FC-F7A6-AC8BE9CE182F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Ellipse">
            <a:extLst>
              <a:ext uri="{FF2B5EF4-FFF2-40B4-BE49-F238E27FC236}">
                <a16:creationId xmlns:a16="http://schemas.microsoft.com/office/drawing/2014/main" id="{D0210DFC-E986-2FB9-3522-9F74116415FB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202C86E-B26C-2269-075D-E287334D69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075614" y="1304924"/>
            <a:ext cx="3527744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79BE0CD-4AE6-E76F-91A3-6D284395FFB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2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B01F3E5E-5D1C-E562-E561-CADCC5F570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50065" y="1329407"/>
            <a:ext cx="7272338" cy="4944393"/>
          </a:xfrm>
          <a:prstGeom prst="roundRect">
            <a:avLst>
              <a:gd name="adj" fmla="val 9644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5F910DF-5772-6447-D1D7-78F5917D0949}"/>
              </a:ext>
            </a:extLst>
          </p:cNvPr>
          <p:cNvSpPr/>
          <p:nvPr userDrawn="1"/>
        </p:nvSpPr>
        <p:spPr>
          <a:xfrm>
            <a:off x="569596" y="4107463"/>
            <a:ext cx="3546792" cy="216633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987324FE-A04F-3D4C-250A-447526A6565A}"/>
              </a:ext>
            </a:extLst>
          </p:cNvPr>
          <p:cNvSpPr/>
          <p:nvPr userDrawn="1"/>
        </p:nvSpPr>
        <p:spPr>
          <a:xfrm>
            <a:off x="3466783" y="432722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 descr="Стрелка вниз со сплошной заливкой">
            <a:extLst>
              <a:ext uri="{FF2B5EF4-FFF2-40B4-BE49-F238E27FC236}">
                <a16:creationId xmlns:a16="http://schemas.microsoft.com/office/drawing/2014/main" id="{165F80D2-A472-E2A1-4912-85149B832B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54541"/>
          <a:stretch>
            <a:fillRect/>
          </a:stretch>
        </p:blipFill>
        <p:spPr>
          <a:xfrm rot="13500000">
            <a:off x="3407388" y="4410644"/>
            <a:ext cx="562221" cy="255582"/>
          </a:xfrm>
          <a:prstGeom prst="rect">
            <a:avLst/>
          </a:prstGeom>
        </p:spPr>
      </p:pic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6929A5B3-A84D-5B60-74BF-3009DB99D6F0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569596" y="4784799"/>
            <a:ext cx="3527744" cy="1487587"/>
          </a:xfrm>
        </p:spPr>
        <p:txBody>
          <a:bodyPr lIns="216000" tIns="216000" rIns="216000" bIns="43200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49D8A2F1-FC9D-FF7D-1472-AE4471B427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8758" y="1304924"/>
            <a:ext cx="3527744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451FF9DA-694D-7207-D963-EAA9EBE6F42A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7D0F6764-C674-61B3-E0A8-8F546A69012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5671F36F-6A44-1596-B42C-D54F6078E54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425E8683-E0EF-0B33-56C8-3B3DB986C6F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69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B84FDAFE-2025-93E2-A772-A1ED82C59AF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1293058" y="2272594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Subtitle Placeholder 4">
            <a:extLst>
              <a:ext uri="{FF2B5EF4-FFF2-40B4-BE49-F238E27FC236}">
                <a16:creationId xmlns:a16="http://schemas.microsoft.com/office/drawing/2014/main" id="{6BBBFFE4-8A43-FD1A-048F-C5071D5B6207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1293058" y="3710668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48D116AC-EBE2-429C-A691-FFFC28960EF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047959" y="2272594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Subtitle Placeholder 5">
            <a:extLst>
              <a:ext uri="{FF2B5EF4-FFF2-40B4-BE49-F238E27FC236}">
                <a16:creationId xmlns:a16="http://schemas.microsoft.com/office/drawing/2014/main" id="{F1B1D7C6-AFD5-25DC-4795-2B5029406E77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5047959" y="3710668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2" name="Subtitle Placeholder 3">
            <a:extLst>
              <a:ext uri="{FF2B5EF4-FFF2-40B4-BE49-F238E27FC236}">
                <a16:creationId xmlns:a16="http://schemas.microsoft.com/office/drawing/2014/main" id="{23D22C86-E112-5432-C501-1CC5FD398AE6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8781790" y="2272594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6" name="Subtitle Placeholder 6">
            <a:extLst>
              <a:ext uri="{FF2B5EF4-FFF2-40B4-BE49-F238E27FC236}">
                <a16:creationId xmlns:a16="http://schemas.microsoft.com/office/drawing/2014/main" id="{2D1794BC-09E0-0494-17B9-104F36CD470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8781790" y="3710668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4" name="Subtitle Placeholder 7">
            <a:extLst>
              <a:ext uri="{FF2B5EF4-FFF2-40B4-BE49-F238E27FC236}">
                <a16:creationId xmlns:a16="http://schemas.microsoft.com/office/drawing/2014/main" id="{ED4C4D1C-B891-FB37-27E6-09D9743B173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7"/>
            </p:custDataLst>
          </p:nvPr>
        </p:nvSpPr>
        <p:spPr>
          <a:xfrm>
            <a:off x="1302890" y="5148044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8" name="Subtitle Placeholder 8">
            <a:extLst>
              <a:ext uri="{FF2B5EF4-FFF2-40B4-BE49-F238E27FC236}">
                <a16:creationId xmlns:a16="http://schemas.microsoft.com/office/drawing/2014/main" id="{D7B5A83B-3CDF-AF0B-DB2D-4EDAFF3EFAF1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8"/>
            </p:custDataLst>
          </p:nvPr>
        </p:nvSpPr>
        <p:spPr>
          <a:xfrm>
            <a:off x="5057791" y="5148044"/>
            <a:ext cx="2823329" cy="1051772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8CA1DE8B-BFFD-C31C-4B5E-2296A71AA21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3BED9ED3-D901-399C-6F8C-E2F6A005BB1C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53DA1B90-1D12-41AC-A16C-06D7BA0280A5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02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3A712BE-FDB7-06EB-ED5B-01909A4CB0F1}"/>
              </a:ext>
            </a:extLst>
          </p:cNvPr>
          <p:cNvSpPr/>
          <p:nvPr userDrawn="1"/>
        </p:nvSpPr>
        <p:spPr>
          <a:xfrm>
            <a:off x="587374" y="4519859"/>
            <a:ext cx="5400000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6BF341A-FF27-B8AC-BF81-CCF3C925B7F8}"/>
              </a:ext>
            </a:extLst>
          </p:cNvPr>
          <p:cNvSpPr>
            <a:spLocks noGrp="1"/>
          </p:cNvSpPr>
          <p:nvPr userDrawn="1">
            <p:ph type="body" idx="26" hasCustomPrompt="1"/>
            <p:custDataLst>
              <p:tags r:id="rId1"/>
            </p:custDataLst>
          </p:nvPr>
        </p:nvSpPr>
        <p:spPr>
          <a:xfrm>
            <a:off x="1293058" y="4520376"/>
            <a:ext cx="4694400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16258A0-1CDD-1DE5-96B4-AF7F5F585EE8}"/>
              </a:ext>
            </a:extLst>
          </p:cNvPr>
          <p:cNvSpPr/>
          <p:nvPr userDrawn="1"/>
        </p:nvSpPr>
        <p:spPr>
          <a:xfrm>
            <a:off x="823724" y="517500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3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BEEE3FE-68A4-BD3D-CF0E-AB37E0EA6EFE}"/>
              </a:ext>
            </a:extLst>
          </p:cNvPr>
          <p:cNvSpPr/>
          <p:nvPr userDrawn="1"/>
        </p:nvSpPr>
        <p:spPr>
          <a:xfrm>
            <a:off x="602335" y="2551659"/>
            <a:ext cx="5400000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Subtitle Placeholder 1">
            <a:extLst>
              <a:ext uri="{FF2B5EF4-FFF2-40B4-BE49-F238E27FC236}">
                <a16:creationId xmlns:a16="http://schemas.microsoft.com/office/drawing/2014/main" id="{E2DA941B-C4F3-4C96-D162-6FE3E4ADEA81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2"/>
            </p:custDataLst>
          </p:nvPr>
        </p:nvSpPr>
        <p:spPr>
          <a:xfrm>
            <a:off x="1308017" y="2552176"/>
            <a:ext cx="4694400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10EB700B-D3B5-399A-C50D-61AC2F676C32}"/>
              </a:ext>
            </a:extLst>
          </p:cNvPr>
          <p:cNvSpPr/>
          <p:nvPr userDrawn="1"/>
        </p:nvSpPr>
        <p:spPr>
          <a:xfrm>
            <a:off x="838684" y="320680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1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D3A8A5E1-C271-E66F-BC66-23C1783BCA6D}"/>
              </a:ext>
            </a:extLst>
          </p:cNvPr>
          <p:cNvSpPr/>
          <p:nvPr userDrawn="1"/>
        </p:nvSpPr>
        <p:spPr>
          <a:xfrm>
            <a:off x="6212823" y="2551142"/>
            <a:ext cx="5400000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Subtitle Placeholder 2">
            <a:extLst>
              <a:ext uri="{FF2B5EF4-FFF2-40B4-BE49-F238E27FC236}">
                <a16:creationId xmlns:a16="http://schemas.microsoft.com/office/drawing/2014/main" id="{CB0CFD0C-C860-284B-50B7-F2EFC908CFE8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3"/>
            </p:custDataLst>
          </p:nvPr>
        </p:nvSpPr>
        <p:spPr>
          <a:xfrm>
            <a:off x="6918505" y="2551659"/>
            <a:ext cx="4694400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6D55C28F-ECDB-C836-2F04-DE27FBA2F4E5}"/>
              </a:ext>
            </a:extLst>
          </p:cNvPr>
          <p:cNvSpPr/>
          <p:nvPr userDrawn="1"/>
        </p:nvSpPr>
        <p:spPr>
          <a:xfrm>
            <a:off x="6449172" y="3206285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2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3A09809-AD25-138D-3FB8-B19C67A6D27F}"/>
              </a:ext>
            </a:extLst>
          </p:cNvPr>
          <p:cNvSpPr/>
          <p:nvPr userDrawn="1"/>
        </p:nvSpPr>
        <p:spPr>
          <a:xfrm>
            <a:off x="6212821" y="4519342"/>
            <a:ext cx="5400000" cy="17532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Subtitle Placeholder 4">
            <a:extLst>
              <a:ext uri="{FF2B5EF4-FFF2-40B4-BE49-F238E27FC236}">
                <a16:creationId xmlns:a16="http://schemas.microsoft.com/office/drawing/2014/main" id="{50688296-B30C-A5A1-2298-326C87CC867A}"/>
              </a:ext>
            </a:extLst>
          </p:cNvPr>
          <p:cNvSpPr>
            <a:spLocks noGrp="1"/>
          </p:cNvSpPr>
          <p:nvPr userDrawn="1">
            <p:ph type="body" idx="30" hasCustomPrompt="1"/>
            <p:custDataLst>
              <p:tags r:id="rId4"/>
            </p:custDataLst>
          </p:nvPr>
        </p:nvSpPr>
        <p:spPr>
          <a:xfrm>
            <a:off x="6918505" y="4519859"/>
            <a:ext cx="4694400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E220DA65-D558-37DA-FC7D-64B3DC39AF77}"/>
              </a:ext>
            </a:extLst>
          </p:cNvPr>
          <p:cNvSpPr/>
          <p:nvPr userDrawn="1"/>
        </p:nvSpPr>
        <p:spPr>
          <a:xfrm>
            <a:off x="6449172" y="5174485"/>
            <a:ext cx="432000" cy="432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F55CD3AA-45BB-699D-E6FF-C4D6B3D0600D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F10C1105-C6CD-E412-B9A5-AB4E1B417B4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Ellipse">
            <a:extLst>
              <a:ext uri="{FF2B5EF4-FFF2-40B4-BE49-F238E27FC236}">
                <a16:creationId xmlns:a16="http://schemas.microsoft.com/office/drawing/2014/main" id="{0FB6C946-F29F-E31B-C7E0-86117ED68788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C21CEDB-D89B-F49F-F711-631E208B69F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4925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69D84B4-3FF5-4FB4-915E-2D2F033250C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73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B84FDAFE-2025-93E2-A772-A1ED82C59AF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1293058" y="3277574"/>
            <a:ext cx="2823329" cy="851717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Subtitle Placeholder 4">
            <a:extLst>
              <a:ext uri="{FF2B5EF4-FFF2-40B4-BE49-F238E27FC236}">
                <a16:creationId xmlns:a16="http://schemas.microsoft.com/office/drawing/2014/main" id="{6BBBFFE4-8A43-FD1A-048F-C5071D5B6207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1293058" y="4347514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48D116AC-EBE2-429C-A691-FFFC28960EF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047959" y="3276832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Subtitle Placeholder 5">
            <a:extLst>
              <a:ext uri="{FF2B5EF4-FFF2-40B4-BE49-F238E27FC236}">
                <a16:creationId xmlns:a16="http://schemas.microsoft.com/office/drawing/2014/main" id="{F1B1D7C6-AFD5-25DC-4795-2B5029406E77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5047959" y="4347514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Subtitle Placeholder 3">
            <a:extLst>
              <a:ext uri="{FF2B5EF4-FFF2-40B4-BE49-F238E27FC236}">
                <a16:creationId xmlns:a16="http://schemas.microsoft.com/office/drawing/2014/main" id="{23D22C86-E112-5432-C501-1CC5FD398AE6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8781790" y="3276832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Subtitle Placeholder 6">
            <a:extLst>
              <a:ext uri="{FF2B5EF4-FFF2-40B4-BE49-F238E27FC236}">
                <a16:creationId xmlns:a16="http://schemas.microsoft.com/office/drawing/2014/main" id="{2D1794BC-09E0-0494-17B9-104F36CD470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8781790" y="4347514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Subtitle Placeholder 7">
            <a:extLst>
              <a:ext uri="{FF2B5EF4-FFF2-40B4-BE49-F238E27FC236}">
                <a16:creationId xmlns:a16="http://schemas.microsoft.com/office/drawing/2014/main" id="{ED4C4D1C-B891-FB37-27E6-09D9743B173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7"/>
            </p:custDataLst>
          </p:nvPr>
        </p:nvSpPr>
        <p:spPr>
          <a:xfrm>
            <a:off x="1302890" y="5418196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Subtitle Placeholder 8">
            <a:extLst>
              <a:ext uri="{FF2B5EF4-FFF2-40B4-BE49-F238E27FC236}">
                <a16:creationId xmlns:a16="http://schemas.microsoft.com/office/drawing/2014/main" id="{D7B5A83B-3CDF-AF0B-DB2D-4EDAFF3EFAF1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8"/>
            </p:custDataLst>
          </p:nvPr>
        </p:nvSpPr>
        <p:spPr>
          <a:xfrm>
            <a:off x="5057791" y="5418196"/>
            <a:ext cx="2823329" cy="8532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8" y="1309407"/>
            <a:ext cx="3519180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8CA1DE8B-BFFD-C31C-4B5E-2296A71AA21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3BED9ED3-D901-399C-6F8C-E2F6A005BB1C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53DA1B90-1D12-41AC-A16C-06D7BA0280A5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67397957-C3C0-8F48-3A69-7FB3370A9679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1"/>
            </p:custDataLst>
          </p:nvPr>
        </p:nvSpPr>
        <p:spPr>
          <a:xfrm>
            <a:off x="4568114" y="1351404"/>
            <a:ext cx="7026675" cy="830997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1" name="Прямая соединительная линия 31">
            <a:extLst>
              <a:ext uri="{FF2B5EF4-FFF2-40B4-BE49-F238E27FC236}">
                <a16:creationId xmlns:a16="http://schemas.microsoft.com/office/drawing/2014/main" id="{F11F3D48-6743-6D6D-2B70-05C76D83B3E3}"/>
              </a:ext>
            </a:extLst>
          </p:cNvPr>
          <p:cNvCxnSpPr>
            <a:cxnSpLocks/>
          </p:cNvCxnSpPr>
          <p:nvPr userDrawn="1"/>
        </p:nvCxnSpPr>
        <p:spPr>
          <a:xfrm>
            <a:off x="4341571" y="1351404"/>
            <a:ext cx="0" cy="8532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78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B12D6D4-F158-E1E3-87D3-B11CF76FDFC2}"/>
              </a:ext>
            </a:extLst>
          </p:cNvPr>
          <p:cNvSpPr/>
          <p:nvPr userDrawn="1"/>
        </p:nvSpPr>
        <p:spPr>
          <a:xfrm>
            <a:off x="4342276" y="1318784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01BED8F-6029-78A2-E426-BD89655992C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1"/>
            </p:custDataLst>
          </p:nvPr>
        </p:nvSpPr>
        <p:spPr>
          <a:xfrm>
            <a:off x="5047959" y="1318784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ABBECDB-2A8B-0397-C480-8B6B917F7BB7}"/>
              </a:ext>
            </a:extLst>
          </p:cNvPr>
          <p:cNvSpPr/>
          <p:nvPr userDrawn="1"/>
        </p:nvSpPr>
        <p:spPr>
          <a:xfrm>
            <a:off x="4578625" y="1858784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73DB8A5-575E-FADD-D1C6-DDDB0337862C}"/>
              </a:ext>
            </a:extLst>
          </p:cNvPr>
          <p:cNvSpPr/>
          <p:nvPr userDrawn="1"/>
        </p:nvSpPr>
        <p:spPr>
          <a:xfrm>
            <a:off x="4342276" y="3040292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4BE7611-8A67-0012-6C51-41D57C50A243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2"/>
            </p:custDataLst>
          </p:nvPr>
        </p:nvSpPr>
        <p:spPr>
          <a:xfrm>
            <a:off x="5047959" y="3040292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6912E34-7484-1E6D-A84A-CA4FAC42DAC4}"/>
              </a:ext>
            </a:extLst>
          </p:cNvPr>
          <p:cNvSpPr/>
          <p:nvPr userDrawn="1"/>
        </p:nvSpPr>
        <p:spPr>
          <a:xfrm>
            <a:off x="4578625" y="358029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5AB413F-8200-796E-81B6-942C0AD489DA}"/>
              </a:ext>
            </a:extLst>
          </p:cNvPr>
          <p:cNvSpPr/>
          <p:nvPr userDrawn="1"/>
        </p:nvSpPr>
        <p:spPr>
          <a:xfrm>
            <a:off x="8083253" y="2179312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4E5DF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785B032-4A88-F1DE-F2B4-35641EA5856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3"/>
            </p:custDataLst>
          </p:nvPr>
        </p:nvSpPr>
        <p:spPr>
          <a:xfrm>
            <a:off x="8788936" y="2179312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81F2260-124D-6E2F-54AB-2BE3DB0555C4}"/>
              </a:ext>
            </a:extLst>
          </p:cNvPr>
          <p:cNvSpPr/>
          <p:nvPr userDrawn="1"/>
        </p:nvSpPr>
        <p:spPr>
          <a:xfrm>
            <a:off x="8319602" y="271931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FC02896-44A0-B8A3-8D5F-9CFEAE0B63EB}"/>
              </a:ext>
            </a:extLst>
          </p:cNvPr>
          <p:cNvSpPr/>
          <p:nvPr userDrawn="1"/>
        </p:nvSpPr>
        <p:spPr>
          <a:xfrm>
            <a:off x="4360487" y="4782820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C83FED6-C398-53FF-75E0-3F3833280F2D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5047959" y="4761800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54EC125-01BE-1344-F07D-57FAA255F6D8}"/>
              </a:ext>
            </a:extLst>
          </p:cNvPr>
          <p:cNvSpPr/>
          <p:nvPr userDrawn="1"/>
        </p:nvSpPr>
        <p:spPr>
          <a:xfrm>
            <a:off x="4578625" y="530180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A775935-E49A-CFE7-5936-64E02F54CB80}"/>
              </a:ext>
            </a:extLst>
          </p:cNvPr>
          <p:cNvSpPr/>
          <p:nvPr userDrawn="1"/>
        </p:nvSpPr>
        <p:spPr>
          <a:xfrm>
            <a:off x="8083253" y="3900820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8A296FF-2D3B-3702-03F9-B96CFF960CFF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788936" y="3900820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705BE7B-C751-0A48-81E1-9A8AE5EF67D3}"/>
              </a:ext>
            </a:extLst>
          </p:cNvPr>
          <p:cNvSpPr/>
          <p:nvPr userDrawn="1"/>
        </p:nvSpPr>
        <p:spPr>
          <a:xfrm>
            <a:off x="8319602" y="4440820"/>
            <a:ext cx="432000" cy="432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Флажок со сплошной заливкой">
            <a:extLst>
              <a:ext uri="{FF2B5EF4-FFF2-40B4-BE49-F238E27FC236}">
                <a16:creationId xmlns:a16="http://schemas.microsoft.com/office/drawing/2014/main" id="{05C1B822-181E-6BCB-0F92-71C80BA0A25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8625" y="1948784"/>
            <a:ext cx="252000" cy="252000"/>
          </a:xfrm>
          <a:prstGeom prst="rect">
            <a:avLst/>
          </a:prstGeom>
        </p:spPr>
      </p:pic>
      <p:pic>
        <p:nvPicPr>
          <p:cNvPr id="19" name="Рисунок 18" descr="Флажок со сплошной заливкой">
            <a:extLst>
              <a:ext uri="{FF2B5EF4-FFF2-40B4-BE49-F238E27FC236}">
                <a16:creationId xmlns:a16="http://schemas.microsoft.com/office/drawing/2014/main" id="{12493565-172B-2249-D7AD-F0B36F219CE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9602" y="2809312"/>
            <a:ext cx="252000" cy="252000"/>
          </a:xfrm>
          <a:prstGeom prst="rect">
            <a:avLst/>
          </a:prstGeom>
        </p:spPr>
      </p:pic>
      <p:pic>
        <p:nvPicPr>
          <p:cNvPr id="20" name="Рисунок 19" descr="Флажок со сплошной заливкой">
            <a:extLst>
              <a:ext uri="{FF2B5EF4-FFF2-40B4-BE49-F238E27FC236}">
                <a16:creationId xmlns:a16="http://schemas.microsoft.com/office/drawing/2014/main" id="{6A605529-E5E3-A060-4847-0D5FDB5848C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8625" y="3670292"/>
            <a:ext cx="252000" cy="252000"/>
          </a:xfrm>
          <a:prstGeom prst="rect">
            <a:avLst/>
          </a:prstGeom>
        </p:spPr>
      </p:pic>
      <p:pic>
        <p:nvPicPr>
          <p:cNvPr id="21" name="Рисунок 20" descr="Флажок со сплошной заливкой">
            <a:extLst>
              <a:ext uri="{FF2B5EF4-FFF2-40B4-BE49-F238E27FC236}">
                <a16:creationId xmlns:a16="http://schemas.microsoft.com/office/drawing/2014/main" id="{CE205053-6ABE-CB7A-9D0D-04CC872B2AF1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8625" y="5391800"/>
            <a:ext cx="252000" cy="252000"/>
          </a:xfrm>
          <a:prstGeom prst="rect">
            <a:avLst/>
          </a:prstGeom>
        </p:spPr>
      </p:pic>
      <p:pic>
        <p:nvPicPr>
          <p:cNvPr id="22" name="Рисунок 21" descr="Флажок со сплошной заливкой">
            <a:extLst>
              <a:ext uri="{FF2B5EF4-FFF2-40B4-BE49-F238E27FC236}">
                <a16:creationId xmlns:a16="http://schemas.microsoft.com/office/drawing/2014/main" id="{8FCB7F55-50C3-E70A-DA88-F5EE19C08C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9602" y="4530820"/>
            <a:ext cx="252000" cy="252000"/>
          </a:xfrm>
          <a:prstGeom prst="rect">
            <a:avLst/>
          </a:prstGeom>
        </p:spPr>
      </p:pic>
      <p:sp>
        <p:nvSpPr>
          <p:cNvPr id="23" name="Title Placeholder">
            <a:extLst>
              <a:ext uri="{FF2B5EF4-FFF2-40B4-BE49-F238E27FC236}">
                <a16:creationId xmlns:a16="http://schemas.microsoft.com/office/drawing/2014/main" id="{6430AC40-5250-5589-ACF5-64040EEE605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7207" y="2099405"/>
            <a:ext cx="3511541" cy="265919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AAF6A716-2484-26B5-0EC7-DCD02ACD4539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llipse">
            <a:extLst>
              <a:ext uri="{FF2B5EF4-FFF2-40B4-BE49-F238E27FC236}">
                <a16:creationId xmlns:a16="http://schemas.microsoft.com/office/drawing/2014/main" id="{12E2E38D-FB63-29FC-8B2C-938D8EB1CFD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D37E29FB-8814-2F7E-0DE7-57677BAC836C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43B06B59-9166-2408-4FA0-FC6F82E6C6E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7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7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">
            <a:extLst>
              <a:ext uri="{FF2B5EF4-FFF2-40B4-BE49-F238E27FC236}">
                <a16:creationId xmlns:a16="http://schemas.microsoft.com/office/drawing/2014/main" id="{4B923264-919E-3D47-67AB-B7E8C93CFC38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536A0A72-B878-F1DF-B1D4-B47C5E598B7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0C3BB318-FF96-DEF4-B443-983284A9D6A9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BC21090-488F-8A7E-7FA5-CD81E9C51220}"/>
              </a:ext>
            </a:extLst>
          </p:cNvPr>
          <p:cNvSpPr/>
          <p:nvPr userDrawn="1"/>
        </p:nvSpPr>
        <p:spPr>
          <a:xfrm>
            <a:off x="4342276" y="1318784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45ED610-7BC6-FDD5-968E-C02501F9C345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1"/>
            </p:custDataLst>
          </p:nvPr>
        </p:nvSpPr>
        <p:spPr>
          <a:xfrm>
            <a:off x="5047959" y="1318784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5F06C64-ABC4-39A6-7934-36EC9486231F}"/>
              </a:ext>
            </a:extLst>
          </p:cNvPr>
          <p:cNvSpPr/>
          <p:nvPr userDrawn="1"/>
        </p:nvSpPr>
        <p:spPr>
          <a:xfrm>
            <a:off x="4578625" y="185878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1A2AF98-CE27-5AC1-A110-A284EC785B5E}"/>
              </a:ext>
            </a:extLst>
          </p:cNvPr>
          <p:cNvSpPr/>
          <p:nvPr userDrawn="1"/>
        </p:nvSpPr>
        <p:spPr>
          <a:xfrm>
            <a:off x="4342276" y="3040292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27261CB-03BC-224F-623F-854C00E13853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2"/>
            </p:custDataLst>
          </p:nvPr>
        </p:nvSpPr>
        <p:spPr>
          <a:xfrm>
            <a:off x="5047959" y="3040292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7F7A8927-E1D7-0A7D-EF80-C40E949CA683}"/>
              </a:ext>
            </a:extLst>
          </p:cNvPr>
          <p:cNvSpPr/>
          <p:nvPr userDrawn="1"/>
        </p:nvSpPr>
        <p:spPr>
          <a:xfrm>
            <a:off x="4578625" y="358029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90B0E2B-0D6C-1843-8542-B6AE5C684577}"/>
              </a:ext>
            </a:extLst>
          </p:cNvPr>
          <p:cNvSpPr/>
          <p:nvPr userDrawn="1"/>
        </p:nvSpPr>
        <p:spPr>
          <a:xfrm>
            <a:off x="8083253" y="1824059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4E5DF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C785E61-F6F0-52CE-F4C0-F05F4E862465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3"/>
            </p:custDataLst>
          </p:nvPr>
        </p:nvSpPr>
        <p:spPr>
          <a:xfrm>
            <a:off x="8788936" y="1824059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A479D72-C9BC-A510-9C93-99F30F2C4AD7}"/>
              </a:ext>
            </a:extLst>
          </p:cNvPr>
          <p:cNvSpPr/>
          <p:nvPr userDrawn="1"/>
        </p:nvSpPr>
        <p:spPr>
          <a:xfrm>
            <a:off x="8319602" y="236405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2897BFA-09AC-1B36-1C9B-9E45BF2968B4}"/>
              </a:ext>
            </a:extLst>
          </p:cNvPr>
          <p:cNvSpPr/>
          <p:nvPr userDrawn="1"/>
        </p:nvSpPr>
        <p:spPr>
          <a:xfrm>
            <a:off x="4342276" y="4761800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B2D434-7FBB-0978-47EE-894A71241533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5047959" y="4761800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59670E5-801F-7F58-DFE9-DDD05FB1D0BA}"/>
              </a:ext>
            </a:extLst>
          </p:cNvPr>
          <p:cNvSpPr/>
          <p:nvPr userDrawn="1"/>
        </p:nvSpPr>
        <p:spPr>
          <a:xfrm>
            <a:off x="4578625" y="530180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B4C613B-2EF8-926C-CBE1-CE2544181878}"/>
              </a:ext>
            </a:extLst>
          </p:cNvPr>
          <p:cNvSpPr/>
          <p:nvPr userDrawn="1"/>
        </p:nvSpPr>
        <p:spPr>
          <a:xfrm>
            <a:off x="8083253" y="3545567"/>
            <a:ext cx="3529012" cy="15120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CABEC4C-8166-52C0-85EE-2D8D59DE9BC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788936" y="3545567"/>
            <a:ext cx="2823329" cy="1512000"/>
          </a:xfrm>
        </p:spPr>
        <p:txBody>
          <a:bodyPr wrap="square" lIns="108000" tIns="216000" rIns="216000" bIns="216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B8D60BCC-2B31-5B36-F2DF-EB6D8BBC650E}"/>
              </a:ext>
            </a:extLst>
          </p:cNvPr>
          <p:cNvSpPr/>
          <p:nvPr userDrawn="1"/>
        </p:nvSpPr>
        <p:spPr>
          <a:xfrm>
            <a:off x="8319602" y="4085567"/>
            <a:ext cx="432000" cy="432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 descr="Флажок со сплошной заливкой">
            <a:extLst>
              <a:ext uri="{FF2B5EF4-FFF2-40B4-BE49-F238E27FC236}">
                <a16:creationId xmlns:a16="http://schemas.microsoft.com/office/drawing/2014/main" id="{B0F28A35-5FDA-9AC1-2D1A-EE6DA2534BE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8625" y="1948784"/>
            <a:ext cx="252000" cy="252000"/>
          </a:xfrm>
          <a:prstGeom prst="rect">
            <a:avLst/>
          </a:prstGeom>
        </p:spPr>
      </p:pic>
      <p:pic>
        <p:nvPicPr>
          <p:cNvPr id="23" name="Рисунок 22" descr="Флажок со сплошной заливкой">
            <a:extLst>
              <a:ext uri="{FF2B5EF4-FFF2-40B4-BE49-F238E27FC236}">
                <a16:creationId xmlns:a16="http://schemas.microsoft.com/office/drawing/2014/main" id="{E6A98DF5-A3C6-0338-BBA6-EB857790D42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9602" y="2454059"/>
            <a:ext cx="252000" cy="252000"/>
          </a:xfrm>
          <a:prstGeom prst="rect">
            <a:avLst/>
          </a:prstGeom>
        </p:spPr>
      </p:pic>
      <p:pic>
        <p:nvPicPr>
          <p:cNvPr id="26" name="Рисунок 25" descr="Флажок со сплошной заливкой">
            <a:extLst>
              <a:ext uri="{FF2B5EF4-FFF2-40B4-BE49-F238E27FC236}">
                <a16:creationId xmlns:a16="http://schemas.microsoft.com/office/drawing/2014/main" id="{4A79C578-6936-03D1-1CE8-DAC3F0D72CE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8625" y="3670292"/>
            <a:ext cx="252000" cy="252000"/>
          </a:xfrm>
          <a:prstGeom prst="rect">
            <a:avLst/>
          </a:prstGeom>
        </p:spPr>
      </p:pic>
      <p:pic>
        <p:nvPicPr>
          <p:cNvPr id="31" name="Рисунок 30" descr="Флажок со сплошной заливкой">
            <a:extLst>
              <a:ext uri="{FF2B5EF4-FFF2-40B4-BE49-F238E27FC236}">
                <a16:creationId xmlns:a16="http://schemas.microsoft.com/office/drawing/2014/main" id="{7093614F-DC14-9B2F-3A46-361AE4F207A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8625" y="5391800"/>
            <a:ext cx="252000" cy="252000"/>
          </a:xfrm>
          <a:prstGeom prst="rect">
            <a:avLst/>
          </a:prstGeom>
        </p:spPr>
      </p:pic>
      <p:pic>
        <p:nvPicPr>
          <p:cNvPr id="34" name="Рисунок 33" descr="Флажок со сплошной заливкой">
            <a:extLst>
              <a:ext uri="{FF2B5EF4-FFF2-40B4-BE49-F238E27FC236}">
                <a16:creationId xmlns:a16="http://schemas.microsoft.com/office/drawing/2014/main" id="{0644ABE1-40F6-BF1F-C089-D46FCBCFA71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9602" y="4175567"/>
            <a:ext cx="252000" cy="252000"/>
          </a:xfrm>
          <a:prstGeom prst="rect">
            <a:avLst/>
          </a:prstGeom>
        </p:spPr>
      </p:pic>
      <p:sp>
        <p:nvSpPr>
          <p:cNvPr id="44" name="Title Placeholder">
            <a:extLst>
              <a:ext uri="{FF2B5EF4-FFF2-40B4-BE49-F238E27FC236}">
                <a16:creationId xmlns:a16="http://schemas.microsoft.com/office/drawing/2014/main" id="{98BE0784-40C3-2258-D07D-F612B4E05E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7207" y="2099405"/>
            <a:ext cx="3511541" cy="265919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22994CB-9DF9-D38B-E961-F5196F3C253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7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40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5" y="2552400"/>
            <a:ext cx="3529012" cy="1753200"/>
          </a:xfrm>
          <a:prstGeom prst="roundRect">
            <a:avLst>
              <a:gd name="adj" fmla="val 1787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1293058" y="2552917"/>
            <a:ext cx="2823329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23724" y="320754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BEEE3FE-68A4-BD3D-CF0E-AB37E0EA6EFE}"/>
              </a:ext>
            </a:extLst>
          </p:cNvPr>
          <p:cNvSpPr/>
          <p:nvPr userDrawn="1"/>
        </p:nvSpPr>
        <p:spPr>
          <a:xfrm>
            <a:off x="4316135" y="2552400"/>
            <a:ext cx="3529012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2DA941B-C4F3-4C96-D162-6FE3E4ADEA8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2"/>
            </p:custDataLst>
          </p:nvPr>
        </p:nvSpPr>
        <p:spPr>
          <a:xfrm>
            <a:off x="5047959" y="2552917"/>
            <a:ext cx="2823329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10EB700B-D3B5-399A-C50D-61AC2F676C32}"/>
              </a:ext>
            </a:extLst>
          </p:cNvPr>
          <p:cNvSpPr/>
          <p:nvPr userDrawn="1"/>
        </p:nvSpPr>
        <p:spPr>
          <a:xfrm>
            <a:off x="4578625" y="32075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D3A8A5E1-C271-E66F-BC66-23C1783BCA6D}"/>
              </a:ext>
            </a:extLst>
          </p:cNvPr>
          <p:cNvSpPr/>
          <p:nvPr userDrawn="1"/>
        </p:nvSpPr>
        <p:spPr>
          <a:xfrm>
            <a:off x="8077157" y="2551883"/>
            <a:ext cx="3529012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B0CFD0C-C860-284B-50B7-F2EFC908CFE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3"/>
            </p:custDataLst>
          </p:nvPr>
        </p:nvSpPr>
        <p:spPr>
          <a:xfrm>
            <a:off x="8782840" y="2552400"/>
            <a:ext cx="2823329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6D55C28F-ECDB-C836-2F04-DE27FBA2F4E5}"/>
              </a:ext>
            </a:extLst>
          </p:cNvPr>
          <p:cNvSpPr/>
          <p:nvPr userDrawn="1"/>
        </p:nvSpPr>
        <p:spPr>
          <a:xfrm>
            <a:off x="8313506" y="320702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Флажок со сплошной заливкой">
            <a:extLst>
              <a:ext uri="{FF2B5EF4-FFF2-40B4-BE49-F238E27FC236}">
                <a16:creationId xmlns:a16="http://schemas.microsoft.com/office/drawing/2014/main" id="{AA6744DD-715E-973A-3090-35DCBEEEA53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3724" y="3297543"/>
            <a:ext cx="252000" cy="252000"/>
          </a:xfrm>
          <a:prstGeom prst="rect">
            <a:avLst/>
          </a:prstGeom>
        </p:spPr>
      </p:pic>
      <p:pic>
        <p:nvPicPr>
          <p:cNvPr id="4" name="Рисунок 3" descr="Флажок со сплошной заливкой">
            <a:extLst>
              <a:ext uri="{FF2B5EF4-FFF2-40B4-BE49-F238E27FC236}">
                <a16:creationId xmlns:a16="http://schemas.microsoft.com/office/drawing/2014/main" id="{DDCB6CC4-9521-E403-6F00-1A3DCD66C63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8625" y="3297543"/>
            <a:ext cx="252000" cy="252000"/>
          </a:xfrm>
          <a:prstGeom prst="rect">
            <a:avLst/>
          </a:prstGeom>
        </p:spPr>
      </p:pic>
      <p:pic>
        <p:nvPicPr>
          <p:cNvPr id="10" name="Рисунок 9" descr="Флажок со сплошной заливкой">
            <a:extLst>
              <a:ext uri="{FF2B5EF4-FFF2-40B4-BE49-F238E27FC236}">
                <a16:creationId xmlns:a16="http://schemas.microsoft.com/office/drawing/2014/main" id="{16B9918C-A3B6-EA8E-61E2-E800B55BBE7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3506" y="3297026"/>
            <a:ext cx="252000" cy="252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3AFD0A3A-270D-E4DF-652A-E1D94505CFE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654A649-EB76-6597-22C2-549ED353A320}"/>
              </a:ext>
            </a:extLst>
          </p:cNvPr>
          <p:cNvSpPr/>
          <p:nvPr userDrawn="1"/>
        </p:nvSpPr>
        <p:spPr>
          <a:xfrm>
            <a:off x="587375" y="4520600"/>
            <a:ext cx="3529012" cy="1753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EE9E8B6-FC13-2C15-3401-8495A7E1A1EB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5"/>
            </p:custDataLst>
          </p:nvPr>
        </p:nvSpPr>
        <p:spPr>
          <a:xfrm>
            <a:off x="1293058" y="4521117"/>
            <a:ext cx="2823329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BABDE14-4CF4-CBD2-4E96-DD98737D993C}"/>
              </a:ext>
            </a:extLst>
          </p:cNvPr>
          <p:cNvSpPr/>
          <p:nvPr userDrawn="1"/>
        </p:nvSpPr>
        <p:spPr>
          <a:xfrm>
            <a:off x="823724" y="51757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CAC737F-EA7C-9FF2-7932-CA2D1C6B9E9C}"/>
              </a:ext>
            </a:extLst>
          </p:cNvPr>
          <p:cNvSpPr/>
          <p:nvPr userDrawn="1"/>
        </p:nvSpPr>
        <p:spPr>
          <a:xfrm>
            <a:off x="4341161" y="4520083"/>
            <a:ext cx="3529012" cy="17532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789ABF3-BD4B-1EA2-C7A4-6CD6EAB9F604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5046844" y="4520600"/>
            <a:ext cx="2823329" cy="1752166"/>
          </a:xfrm>
        </p:spPr>
        <p:txBody>
          <a:bodyPr wrap="square" lIns="108000" tIns="432000" rIns="216000" bIns="43200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5B6BDA5-6D94-344B-8E73-D6C1A1546297}"/>
              </a:ext>
            </a:extLst>
          </p:cNvPr>
          <p:cNvSpPr/>
          <p:nvPr userDrawn="1"/>
        </p:nvSpPr>
        <p:spPr>
          <a:xfrm>
            <a:off x="4577510" y="5175226"/>
            <a:ext cx="432000" cy="432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 descr="Флажок со сплошной заливкой">
            <a:extLst>
              <a:ext uri="{FF2B5EF4-FFF2-40B4-BE49-F238E27FC236}">
                <a16:creationId xmlns:a16="http://schemas.microsoft.com/office/drawing/2014/main" id="{F926F73D-434D-4842-9B78-2EEC9B27374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724" y="5265743"/>
            <a:ext cx="252000" cy="252000"/>
          </a:xfrm>
          <a:prstGeom prst="rect">
            <a:avLst/>
          </a:prstGeom>
        </p:spPr>
      </p:pic>
      <p:pic>
        <p:nvPicPr>
          <p:cNvPr id="20" name="Рисунок 19" descr="Флажок со сплошной заливкой">
            <a:extLst>
              <a:ext uri="{FF2B5EF4-FFF2-40B4-BE49-F238E27FC236}">
                <a16:creationId xmlns:a16="http://schemas.microsoft.com/office/drawing/2014/main" id="{D1D8A4E1-8DB1-60B9-1192-32B7D655A22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7510" y="5265226"/>
            <a:ext cx="252000" cy="252000"/>
          </a:xfrm>
          <a:prstGeom prst="rect">
            <a:avLst/>
          </a:prstGeom>
        </p:spPr>
      </p:pic>
      <p:sp>
        <p:nvSpPr>
          <p:cNvPr id="3" name="Ellipse">
            <a:extLst>
              <a:ext uri="{FF2B5EF4-FFF2-40B4-BE49-F238E27FC236}">
                <a16:creationId xmlns:a16="http://schemas.microsoft.com/office/drawing/2014/main" id="{686F44BF-A063-1964-0830-ACC551E8AD91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0B5DE063-4510-BBD1-FD04-91079C32292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0580D585-BF71-1BD3-7305-83FFAD73152B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E948C80B-2E54-8565-F328-E52FBEB929A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7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9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Рисунок 19">
            <a:extLst>
              <a:ext uri="{FF2B5EF4-FFF2-40B4-BE49-F238E27FC236}">
                <a16:creationId xmlns:a16="http://schemas.microsoft.com/office/drawing/2014/main" id="{83531D88-CECC-7F5D-EB03-E13B3CB75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1304925"/>
            <a:ext cx="5400675" cy="4968875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6420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522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436522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738264" y="3139352"/>
            <a:ext cx="562221" cy="238137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2E9D28A6-84CA-A239-A2DE-29F1DCCF2B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7" y="1309407"/>
            <a:ext cx="5390841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AA7FDBDC-F4CE-ECA7-6867-958B9F466F11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43BEFB85-EA6A-87AE-B6A2-96E03F16FB4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0124D865-8E19-065D-8441-138B5716A486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BFF18C7C-EDB8-3DC1-C0E6-A7B15C22494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76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Рисунок 19">
            <a:extLst>
              <a:ext uri="{FF2B5EF4-FFF2-40B4-BE49-F238E27FC236}">
                <a16:creationId xmlns:a16="http://schemas.microsoft.com/office/drawing/2014/main" id="{83531D88-CECC-7F5D-EB03-E13B3CB75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1304925"/>
            <a:ext cx="5400675" cy="4968875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356C674D-C1B2-3D36-EDA7-DF911EB1FEB6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1BD3DABB-62AC-C704-C426-2B0C4C5FE58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EC4267-75DC-2698-E83E-C2C03A67EEE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6203949" y="2826420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6203949" y="3536522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6203949" y="5436522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6419949" y="304242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0667428-DDD2-306B-F202-93690255432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354838" y="3139351"/>
            <a:ext cx="562221" cy="238137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D1BAEE4D-27DA-D079-04E2-3A6EB703651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13784" y="1309407"/>
            <a:ext cx="5390841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D3B5A70-BB39-3958-BE86-0FDF2B82F413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15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Рисунок 19">
            <a:extLst>
              <a:ext uri="{FF2B5EF4-FFF2-40B4-BE49-F238E27FC236}">
                <a16:creationId xmlns:a16="http://schemas.microsoft.com/office/drawing/2014/main" id="{83531D88-CECC-7F5D-EB03-E13B3CB75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2828600"/>
            <a:ext cx="5400675" cy="3445200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6203949" y="2828601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6203949" y="3538703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6203949" y="5438703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6419949" y="3044601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4542" b="3102"/>
          <a:stretch>
            <a:fillRect/>
          </a:stretch>
        </p:blipFill>
        <p:spPr>
          <a:xfrm rot="18900000">
            <a:off x="6354839" y="3141533"/>
            <a:ext cx="562221" cy="238137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2F248BD5-5BD0-EF1D-B084-56F11EE4D63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7" y="1309407"/>
            <a:ext cx="11007418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A930A807-66B8-D3A3-8E56-DBA0CF56CE5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BB296AFE-1D22-5685-F1CD-125AE9E9D7E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DBDEFE39-DC4E-B51E-218E-C25E823AC14E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A4DC76A-6549-C19A-BBA6-67ED681A8EE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417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5" y="2828601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5" y="3538703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5" y="5438703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5" y="3044601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38265" y="3141533"/>
            <a:ext cx="562221" cy="238137"/>
          </a:xfrm>
          <a:prstGeom prst="rect">
            <a:avLst/>
          </a:prstGeom>
        </p:spPr>
      </p:pic>
      <p:sp>
        <p:nvSpPr>
          <p:cNvPr id="3" name="Ellipse">
            <a:extLst>
              <a:ext uri="{FF2B5EF4-FFF2-40B4-BE49-F238E27FC236}">
                <a16:creationId xmlns:a16="http://schemas.microsoft.com/office/drawing/2014/main" id="{B59985EB-F7DC-A0F6-6799-272699D31F7F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9E9ECF26-76A0-10EC-36A7-C5559B114F4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560D85FF-5F1D-C699-1419-B5EA98C8E20C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19">
            <a:extLst>
              <a:ext uri="{FF2B5EF4-FFF2-40B4-BE49-F238E27FC236}">
                <a16:creationId xmlns:a16="http://schemas.microsoft.com/office/drawing/2014/main" id="{86EA94A0-A838-7494-EF8F-F55F53C203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03950" y="2828601"/>
            <a:ext cx="5400675" cy="3445200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FB9492D-D004-364B-8D83-52D40530420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7" y="1309407"/>
            <a:ext cx="11007418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2BEDE5C7-187C-A34C-DAFE-586362C32AD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460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6203949" y="2828601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6203949" y="3538703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 2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6203949" y="5438703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6419949" y="3044601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54542" b="3102"/>
          <a:stretch>
            <a:fillRect/>
          </a:stretch>
        </p:blipFill>
        <p:spPr>
          <a:xfrm rot="18900000">
            <a:off x="6354839" y="3141533"/>
            <a:ext cx="562221" cy="238137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C40E4B8-5463-5608-7FB6-94987AE54F86}"/>
              </a:ext>
            </a:extLst>
          </p:cNvPr>
          <p:cNvSpPr/>
          <p:nvPr userDrawn="1"/>
        </p:nvSpPr>
        <p:spPr>
          <a:xfrm>
            <a:off x="587376" y="2828824"/>
            <a:ext cx="5400676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40048D2-8264-FC83-B01D-357D4735BEE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6" y="3538926"/>
            <a:ext cx="5400674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7A355C18-AE6B-8894-F419-E71021FF506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87376" y="5438926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B8B0384-C066-92EB-D55B-208A039522A4}"/>
              </a:ext>
            </a:extLst>
          </p:cNvPr>
          <p:cNvSpPr/>
          <p:nvPr userDrawn="1"/>
        </p:nvSpPr>
        <p:spPr>
          <a:xfrm>
            <a:off x="803376" y="304482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Стрелка вниз со сплошной заливкой">
            <a:extLst>
              <a:ext uri="{FF2B5EF4-FFF2-40B4-BE49-F238E27FC236}">
                <a16:creationId xmlns:a16="http://schemas.microsoft.com/office/drawing/2014/main" id="{CFA80331-4340-2F48-8519-3D57D1B5E0A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38266" y="3141756"/>
            <a:ext cx="562221" cy="238137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E1744770-C26A-845C-C21C-9AE5256E4A1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9407"/>
            <a:ext cx="11007418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76700BB2-5F85-C3F1-E883-6C8BC5D81DD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CD99FAAC-7A52-24F8-FAB4-F95340E049E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3506907A-A0F8-6B61-F92C-D92DE99715D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D28EBCA3-BED6-E2A0-36A7-DEE82C693B5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712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8077200" y="2180141"/>
            <a:ext cx="3528000" cy="4093200"/>
          </a:xfrm>
          <a:prstGeom prst="roundRect">
            <a:avLst>
              <a:gd name="adj" fmla="val 1192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8077200" y="3212973"/>
            <a:ext cx="3528000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2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077200" y="5112973"/>
            <a:ext cx="3528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293200" y="239614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54542" b="3102"/>
          <a:stretch>
            <a:fillRect/>
          </a:stretch>
        </p:blipFill>
        <p:spPr>
          <a:xfrm rot="18900000">
            <a:off x="8228090" y="2493075"/>
            <a:ext cx="562221" cy="238137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C40E4B8-5463-5608-7FB6-94987AE54F86}"/>
              </a:ext>
            </a:extLst>
          </p:cNvPr>
          <p:cNvSpPr/>
          <p:nvPr userDrawn="1"/>
        </p:nvSpPr>
        <p:spPr>
          <a:xfrm>
            <a:off x="4332288" y="2180365"/>
            <a:ext cx="3528000" cy="4091253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40048D2-8264-FC83-B01D-357D4735BEE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332288" y="3213196"/>
            <a:ext cx="3528000" cy="188769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7A355C18-AE6B-8894-F419-E71021FF506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32288" y="5112973"/>
            <a:ext cx="3528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B8B0384-C066-92EB-D55B-208A039522A4}"/>
              </a:ext>
            </a:extLst>
          </p:cNvPr>
          <p:cNvSpPr/>
          <p:nvPr userDrawn="1"/>
        </p:nvSpPr>
        <p:spPr>
          <a:xfrm>
            <a:off x="4548288" y="239636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Стрелка вниз со сплошной заливкой">
            <a:extLst>
              <a:ext uri="{FF2B5EF4-FFF2-40B4-BE49-F238E27FC236}">
                <a16:creationId xmlns:a16="http://schemas.microsoft.com/office/drawing/2014/main" id="{CFA80331-4340-2F48-8519-3D57D1B5E0A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4483178" y="2493298"/>
            <a:ext cx="562221" cy="238137"/>
          </a:xfrm>
          <a:prstGeom prst="rect">
            <a:avLst/>
          </a:prstGeom>
        </p:spPr>
      </p:pic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F5B58ABD-0DB8-F2A8-6CE7-3B8D7570AE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800" y="2180141"/>
            <a:ext cx="3528000" cy="4093200"/>
          </a:xfrm>
          <a:prstGeom prst="roundRect">
            <a:avLst>
              <a:gd name="adj" fmla="val 1130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F1D5F2C-AE1C-C48C-E24D-D3773B5313B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3E724EC9-08DB-D30D-2A6E-A8BE42CA7C0B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5C1DE741-6AFA-F085-7A49-6E83506C5C80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D53490D7-12A8-52B0-8A8A-DFCEC9C88C5B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F81086EA-9F68-AA4D-6507-B028CF0777D3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5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1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4332288" y="2828601"/>
            <a:ext cx="3528000" cy="3445199"/>
          </a:xfrm>
          <a:prstGeom prst="roundRect">
            <a:avLst>
              <a:gd name="adj" fmla="val 119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4332288" y="3548962"/>
            <a:ext cx="3528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3" name="Subtitle Placeholder 2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4332288" y="5112973"/>
            <a:ext cx="3528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4548288" y="304460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Стрелка вниз со сплошной заливкой">
            <a:extLst>
              <a:ext uri="{FF2B5EF4-FFF2-40B4-BE49-F238E27FC236}">
                <a16:creationId xmlns:a16="http://schemas.microsoft.com/office/drawing/2014/main" id="{511C1B63-B45C-68A1-0089-F719F223BA2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54542" b="3102"/>
          <a:stretch>
            <a:fillRect/>
          </a:stretch>
        </p:blipFill>
        <p:spPr>
          <a:xfrm rot="18900000">
            <a:off x="4483178" y="3141535"/>
            <a:ext cx="562221" cy="238137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C40E4B8-5463-5608-7FB6-94987AE54F86}"/>
              </a:ext>
            </a:extLst>
          </p:cNvPr>
          <p:cNvSpPr/>
          <p:nvPr userDrawn="1"/>
        </p:nvSpPr>
        <p:spPr>
          <a:xfrm>
            <a:off x="587376" y="2828826"/>
            <a:ext cx="3528000" cy="3443560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40048D2-8264-FC83-B01D-357D4735BEE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6" y="3549069"/>
            <a:ext cx="3528000" cy="1551600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7A355C18-AE6B-8894-F419-E71021FF506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87376" y="5112973"/>
            <a:ext cx="3528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B8B0384-C066-92EB-D55B-208A039522A4}"/>
              </a:ext>
            </a:extLst>
          </p:cNvPr>
          <p:cNvSpPr/>
          <p:nvPr userDrawn="1"/>
        </p:nvSpPr>
        <p:spPr>
          <a:xfrm>
            <a:off x="803376" y="304482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Стрелка вниз со сплошной заливкой">
            <a:extLst>
              <a:ext uri="{FF2B5EF4-FFF2-40B4-BE49-F238E27FC236}">
                <a16:creationId xmlns:a16="http://schemas.microsoft.com/office/drawing/2014/main" id="{CFA80331-4340-2F48-8519-3D57D1B5E0A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38266" y="3141758"/>
            <a:ext cx="562221" cy="238137"/>
          </a:xfrm>
          <a:prstGeom prst="rect">
            <a:avLst/>
          </a:prstGeom>
        </p:spPr>
      </p:pic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F5B58ABD-0DB8-F2A8-6CE7-3B8D7570AE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6626" y="584200"/>
            <a:ext cx="3528000" cy="5689141"/>
          </a:xfrm>
          <a:prstGeom prst="roundRect">
            <a:avLst>
              <a:gd name="adj" fmla="val 1130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CA8BA05A-4DCA-F797-B924-5AA579AB0836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Ellipse">
            <a:extLst>
              <a:ext uri="{FF2B5EF4-FFF2-40B4-BE49-F238E27FC236}">
                <a16:creationId xmlns:a16="http://schemas.microsoft.com/office/drawing/2014/main" id="{E7D60930-12F6-701A-BC78-1B87D0D94F0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4C560EE8-6360-8451-B689-CCEDB3E0C3B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AA659890-E929-F764-50F5-3BAA2CE3F48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9407"/>
            <a:ext cx="7264195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CD7676F1-A573-51B3-E4B7-8720FFE7F23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362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6420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002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1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2973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13FBD91-8212-E33A-A5EF-31D0448D8823}"/>
              </a:ext>
            </a:extLst>
          </p:cNvPr>
          <p:cNvSpPr/>
          <p:nvPr userDrawn="1"/>
        </p:nvSpPr>
        <p:spPr>
          <a:xfrm>
            <a:off x="4332388" y="2824016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332388" y="3533598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Subtitle Placeholder 2">
            <a:extLst>
              <a:ext uri="{FF2B5EF4-FFF2-40B4-BE49-F238E27FC236}">
                <a16:creationId xmlns:a16="http://schemas.microsoft.com/office/drawing/2014/main" id="{DE994276-5754-DEDB-3904-703B3E9595A4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32388" y="5110569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FBC427-6193-5C81-29BC-21AA2B356706}"/>
              </a:ext>
            </a:extLst>
          </p:cNvPr>
          <p:cNvSpPr/>
          <p:nvPr userDrawn="1"/>
        </p:nvSpPr>
        <p:spPr>
          <a:xfrm>
            <a:off x="4548387" y="304001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D06209-39CC-37A3-0C6C-C61609DA6DD8}"/>
              </a:ext>
            </a:extLst>
          </p:cNvPr>
          <p:cNvSpPr/>
          <p:nvPr userDrawn="1"/>
        </p:nvSpPr>
        <p:spPr>
          <a:xfrm>
            <a:off x="8075614" y="2821884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7DC29C-F151-A18B-F3B0-1A1792DE5AC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075614" y="3531466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AE92AA9A-93EA-CE2A-648D-1CC056B73A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075614" y="5108437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3AD9F34-D268-D14A-C152-DC35C48E21C8}"/>
              </a:ext>
            </a:extLst>
          </p:cNvPr>
          <p:cNvSpPr/>
          <p:nvPr userDrawn="1"/>
        </p:nvSpPr>
        <p:spPr>
          <a:xfrm>
            <a:off x="8291200" y="3037884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Стрелка вниз со сплошной заливкой">
            <a:extLst>
              <a:ext uri="{FF2B5EF4-FFF2-40B4-BE49-F238E27FC236}">
                <a16:creationId xmlns:a16="http://schemas.microsoft.com/office/drawing/2014/main" id="{6F581CF0-275C-70E6-802E-5A891316B84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8226090" y="3134816"/>
            <a:ext cx="562221" cy="238137"/>
          </a:xfrm>
          <a:prstGeom prst="rect">
            <a:avLst/>
          </a:prstGeom>
        </p:spPr>
      </p:pic>
      <p:pic>
        <p:nvPicPr>
          <p:cNvPr id="26" name="Рисунок 25" descr="Стрелка вниз со сплошной заливкой">
            <a:extLst>
              <a:ext uri="{FF2B5EF4-FFF2-40B4-BE49-F238E27FC236}">
                <a16:creationId xmlns:a16="http://schemas.microsoft.com/office/drawing/2014/main" id="{05571278-ACEE-FE8E-C3A5-11EA108413D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4483277" y="3136948"/>
            <a:ext cx="562221" cy="238137"/>
          </a:xfrm>
          <a:prstGeom prst="rect">
            <a:avLst/>
          </a:prstGeom>
        </p:spPr>
      </p:pic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1099" y="3144809"/>
            <a:ext cx="562221" cy="238137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7C98F59F-A6C9-2B50-6862-5346466525A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97207" y="1309407"/>
            <a:ext cx="7264195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02FABE68-D98C-B865-1E4E-339575F280A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0A0EB275-2511-BE54-B124-BB08057C5C3B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A5F67B1-BD39-8C45-D33B-9E3AE3AFFF4C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B80DB90-F401-A090-2022-8CC8A7F596A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82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6420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002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1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2973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13FBD91-8212-E33A-A5EF-31D0448D8823}"/>
              </a:ext>
            </a:extLst>
          </p:cNvPr>
          <p:cNvSpPr/>
          <p:nvPr userDrawn="1"/>
        </p:nvSpPr>
        <p:spPr>
          <a:xfrm>
            <a:off x="4332388" y="2824016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332388" y="3533598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Subtitle Placeholder 2">
            <a:extLst>
              <a:ext uri="{FF2B5EF4-FFF2-40B4-BE49-F238E27FC236}">
                <a16:creationId xmlns:a16="http://schemas.microsoft.com/office/drawing/2014/main" id="{DE994276-5754-DEDB-3904-703B3E9595A4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32388" y="5110569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FBC427-6193-5C81-29BC-21AA2B356706}"/>
              </a:ext>
            </a:extLst>
          </p:cNvPr>
          <p:cNvSpPr/>
          <p:nvPr userDrawn="1"/>
        </p:nvSpPr>
        <p:spPr>
          <a:xfrm>
            <a:off x="4548387" y="304001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D06209-39CC-37A3-0C6C-C61609DA6DD8}"/>
              </a:ext>
            </a:extLst>
          </p:cNvPr>
          <p:cNvSpPr/>
          <p:nvPr userDrawn="1"/>
        </p:nvSpPr>
        <p:spPr>
          <a:xfrm>
            <a:off x="8075614" y="2821884"/>
            <a:ext cx="3529014" cy="3444976"/>
          </a:xfrm>
          <a:prstGeom prst="roundRect">
            <a:avLst>
              <a:gd name="adj" fmla="val 119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7DC29C-F151-A18B-F3B0-1A1792DE5AC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075614" y="3531466"/>
            <a:ext cx="3529014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AE92AA9A-93EA-CE2A-648D-1CC056B73A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075614" y="5108437"/>
            <a:ext cx="3529014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3AD9F34-D268-D14A-C152-DC35C48E21C8}"/>
              </a:ext>
            </a:extLst>
          </p:cNvPr>
          <p:cNvSpPr/>
          <p:nvPr userDrawn="1"/>
        </p:nvSpPr>
        <p:spPr>
          <a:xfrm>
            <a:off x="8291200" y="3037884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Стрелка вниз со сплошной заливкой">
            <a:extLst>
              <a:ext uri="{FF2B5EF4-FFF2-40B4-BE49-F238E27FC236}">
                <a16:creationId xmlns:a16="http://schemas.microsoft.com/office/drawing/2014/main" id="{6F581CF0-275C-70E6-802E-5A891316B84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8226090" y="3134816"/>
            <a:ext cx="562221" cy="238137"/>
          </a:xfrm>
          <a:prstGeom prst="rect">
            <a:avLst/>
          </a:prstGeom>
        </p:spPr>
      </p:pic>
      <p:pic>
        <p:nvPicPr>
          <p:cNvPr id="26" name="Рисунок 25" descr="Стрелка вниз со сплошной заливкой">
            <a:extLst>
              <a:ext uri="{FF2B5EF4-FFF2-40B4-BE49-F238E27FC236}">
                <a16:creationId xmlns:a16="http://schemas.microsoft.com/office/drawing/2014/main" id="{05571278-ACEE-FE8E-C3A5-11EA108413D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4483277" y="3136948"/>
            <a:ext cx="562221" cy="238137"/>
          </a:xfrm>
          <a:prstGeom prst="rect">
            <a:avLst/>
          </a:prstGeom>
        </p:spPr>
      </p:pic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1099" y="3144809"/>
            <a:ext cx="562221" cy="238137"/>
          </a:xfrm>
          <a:prstGeom prst="rect">
            <a:avLst/>
          </a:prstGeom>
        </p:spPr>
      </p:pic>
      <p:sp>
        <p:nvSpPr>
          <p:cNvPr id="5" name="Ellipse">
            <a:extLst>
              <a:ext uri="{FF2B5EF4-FFF2-40B4-BE49-F238E27FC236}">
                <a16:creationId xmlns:a16="http://schemas.microsoft.com/office/drawing/2014/main" id="{76BA7447-FE4E-4DD0-5B02-6CF976F4A38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3629BEBA-D428-34F3-1197-82EC2B0152D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A78E251C-9D57-E84C-0678-1A16A31D6679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64CF675D-87C5-D15D-9359-F95636F7CF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97207" y="1309407"/>
            <a:ext cx="7264195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7AD9B8B-B292-E543-D3A0-E11810E5BCF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961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6420"/>
            <a:ext cx="2592389" cy="344497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002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1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2973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13FBD91-8212-E33A-A5EF-31D0448D8823}"/>
              </a:ext>
            </a:extLst>
          </p:cNvPr>
          <p:cNvSpPr/>
          <p:nvPr userDrawn="1"/>
        </p:nvSpPr>
        <p:spPr>
          <a:xfrm>
            <a:off x="3396050" y="2824016"/>
            <a:ext cx="2592000" cy="344497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3396050" y="3533598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Subtitle Placeholder 2">
            <a:extLst>
              <a:ext uri="{FF2B5EF4-FFF2-40B4-BE49-F238E27FC236}">
                <a16:creationId xmlns:a16="http://schemas.microsoft.com/office/drawing/2014/main" id="{DE994276-5754-DEDB-3904-703B3E9595A4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3396050" y="5110569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FBC427-6193-5C81-29BC-21AA2B356706}"/>
              </a:ext>
            </a:extLst>
          </p:cNvPr>
          <p:cNvSpPr/>
          <p:nvPr userDrawn="1"/>
        </p:nvSpPr>
        <p:spPr>
          <a:xfrm>
            <a:off x="3612049" y="304001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D06209-39CC-37A3-0C6C-C61609DA6DD8}"/>
              </a:ext>
            </a:extLst>
          </p:cNvPr>
          <p:cNvSpPr/>
          <p:nvPr userDrawn="1"/>
        </p:nvSpPr>
        <p:spPr>
          <a:xfrm>
            <a:off x="6204338" y="2821884"/>
            <a:ext cx="2592000" cy="344497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7DC29C-F151-A18B-F3B0-1A1792DE5AC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204338" y="3531466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AE92AA9A-93EA-CE2A-648D-1CC056B73A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204338" y="5108437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3AD9F34-D268-D14A-C152-DC35C48E21C8}"/>
              </a:ext>
            </a:extLst>
          </p:cNvPr>
          <p:cNvSpPr/>
          <p:nvPr userDrawn="1"/>
        </p:nvSpPr>
        <p:spPr>
          <a:xfrm>
            <a:off x="6419924" y="303788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Стрелка вниз со сплошной заливкой">
            <a:extLst>
              <a:ext uri="{FF2B5EF4-FFF2-40B4-BE49-F238E27FC236}">
                <a16:creationId xmlns:a16="http://schemas.microsoft.com/office/drawing/2014/main" id="{6F581CF0-275C-70E6-802E-5A891316B84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6354814" y="3134816"/>
            <a:ext cx="562221" cy="238137"/>
          </a:xfrm>
          <a:prstGeom prst="rect">
            <a:avLst/>
          </a:prstGeom>
        </p:spPr>
      </p:pic>
      <p:pic>
        <p:nvPicPr>
          <p:cNvPr id="26" name="Рисунок 25" descr="Стрелка вниз со сплошной заливкой">
            <a:extLst>
              <a:ext uri="{FF2B5EF4-FFF2-40B4-BE49-F238E27FC236}">
                <a16:creationId xmlns:a16="http://schemas.microsoft.com/office/drawing/2014/main" id="{05571278-ACEE-FE8E-C3A5-11EA108413D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3546939" y="3136948"/>
            <a:ext cx="562221" cy="238137"/>
          </a:xfrm>
          <a:prstGeom prst="rect">
            <a:avLst/>
          </a:prstGeom>
        </p:spPr>
      </p:pic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1099" y="3144809"/>
            <a:ext cx="562221" cy="238137"/>
          </a:xfrm>
          <a:prstGeom prst="rect">
            <a:avLst/>
          </a:prstGeom>
        </p:spPr>
      </p:pic>
      <p:sp>
        <p:nvSpPr>
          <p:cNvPr id="5" name="Ellipse">
            <a:extLst>
              <a:ext uri="{FF2B5EF4-FFF2-40B4-BE49-F238E27FC236}">
                <a16:creationId xmlns:a16="http://schemas.microsoft.com/office/drawing/2014/main" id="{76BA7447-FE4E-4DD0-5B02-6CF976F4A38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3629BEBA-D428-34F3-1197-82EC2B0152D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A78E251C-9D57-E84C-0678-1A16A31D6679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692994B1-08B1-95C7-8973-C7F0D154A64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12237" y="1329406"/>
            <a:ext cx="2592387" cy="4937453"/>
          </a:xfrm>
          <a:prstGeom prst="roundRect">
            <a:avLst>
              <a:gd name="adj" fmla="val 1584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4F29250-07FA-802E-8D18-56AF4523E94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97207" y="1309407"/>
            <a:ext cx="8199131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D3FDF83-1E42-300B-4B0C-28BE770A139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238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1884"/>
            <a:ext cx="2592389" cy="3444976"/>
          </a:xfrm>
          <a:prstGeom prst="roundRect">
            <a:avLst>
              <a:gd name="adj" fmla="val 143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002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1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2973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13FBD91-8212-E33A-A5EF-31D0448D8823}"/>
              </a:ext>
            </a:extLst>
          </p:cNvPr>
          <p:cNvSpPr/>
          <p:nvPr userDrawn="1"/>
        </p:nvSpPr>
        <p:spPr>
          <a:xfrm>
            <a:off x="3396050" y="2821884"/>
            <a:ext cx="2592000" cy="344497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3396050" y="3533598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Subtitle Placeholder 2">
            <a:extLst>
              <a:ext uri="{FF2B5EF4-FFF2-40B4-BE49-F238E27FC236}">
                <a16:creationId xmlns:a16="http://schemas.microsoft.com/office/drawing/2014/main" id="{DE994276-5754-DEDB-3904-703B3E9595A4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3396050" y="5110569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FBC427-6193-5C81-29BC-21AA2B356706}"/>
              </a:ext>
            </a:extLst>
          </p:cNvPr>
          <p:cNvSpPr/>
          <p:nvPr userDrawn="1"/>
        </p:nvSpPr>
        <p:spPr>
          <a:xfrm>
            <a:off x="3612049" y="304001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D06209-39CC-37A3-0C6C-C61609DA6DD8}"/>
              </a:ext>
            </a:extLst>
          </p:cNvPr>
          <p:cNvSpPr/>
          <p:nvPr userDrawn="1"/>
        </p:nvSpPr>
        <p:spPr>
          <a:xfrm>
            <a:off x="6204338" y="2821884"/>
            <a:ext cx="2592000" cy="344497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7DC29C-F151-A18B-F3B0-1A1792DE5AC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204338" y="3531466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AE92AA9A-93EA-CE2A-648D-1CC056B73A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204338" y="5108437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3AD9F34-D268-D14A-C152-DC35C48E21C8}"/>
              </a:ext>
            </a:extLst>
          </p:cNvPr>
          <p:cNvSpPr/>
          <p:nvPr userDrawn="1"/>
        </p:nvSpPr>
        <p:spPr>
          <a:xfrm>
            <a:off x="6419924" y="303788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Стрелка вниз со сплошной заливкой">
            <a:extLst>
              <a:ext uri="{FF2B5EF4-FFF2-40B4-BE49-F238E27FC236}">
                <a16:creationId xmlns:a16="http://schemas.microsoft.com/office/drawing/2014/main" id="{6F581CF0-275C-70E6-802E-5A891316B84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6354814" y="3134816"/>
            <a:ext cx="562221" cy="238137"/>
          </a:xfrm>
          <a:prstGeom prst="rect">
            <a:avLst/>
          </a:prstGeom>
        </p:spPr>
      </p:pic>
      <p:pic>
        <p:nvPicPr>
          <p:cNvPr id="26" name="Рисунок 25" descr="Стрелка вниз со сплошной заливкой">
            <a:extLst>
              <a:ext uri="{FF2B5EF4-FFF2-40B4-BE49-F238E27FC236}">
                <a16:creationId xmlns:a16="http://schemas.microsoft.com/office/drawing/2014/main" id="{05571278-ACEE-FE8E-C3A5-11EA108413D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 rot="18900000">
            <a:off x="3546939" y="3136948"/>
            <a:ext cx="562221" cy="238137"/>
          </a:xfrm>
          <a:prstGeom prst="rect">
            <a:avLst/>
          </a:prstGeom>
        </p:spPr>
      </p:pic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1099" y="3144809"/>
            <a:ext cx="562221" cy="238137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C7E7DC4-A870-EFF2-4115-2C6ECE6EECA0}"/>
              </a:ext>
            </a:extLst>
          </p:cNvPr>
          <p:cNvSpPr/>
          <p:nvPr userDrawn="1"/>
        </p:nvSpPr>
        <p:spPr>
          <a:xfrm>
            <a:off x="9012626" y="2821884"/>
            <a:ext cx="2592000" cy="3444976"/>
          </a:xfrm>
          <a:prstGeom prst="roundRect">
            <a:avLst>
              <a:gd name="adj" fmla="val 151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17AFB13-303D-6B58-50E4-A058BCA792D5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9012626" y="3531466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Subtitle Placeholder 4">
            <a:extLst>
              <a:ext uri="{FF2B5EF4-FFF2-40B4-BE49-F238E27FC236}">
                <a16:creationId xmlns:a16="http://schemas.microsoft.com/office/drawing/2014/main" id="{EA079BD7-953E-431E-CB75-CD0B6B69435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9012626" y="5108437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11942E4-525D-1043-3107-E580A8906781}"/>
              </a:ext>
            </a:extLst>
          </p:cNvPr>
          <p:cNvSpPr/>
          <p:nvPr userDrawn="1"/>
        </p:nvSpPr>
        <p:spPr>
          <a:xfrm>
            <a:off x="9228212" y="3037884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 descr="Стрелка вниз со сплошной заливкой">
            <a:extLst>
              <a:ext uri="{FF2B5EF4-FFF2-40B4-BE49-F238E27FC236}">
                <a16:creationId xmlns:a16="http://schemas.microsoft.com/office/drawing/2014/main" id="{E4F46635-297D-2459-5CE2-7E0D8B0F967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 rot="18900000">
            <a:off x="9163102" y="3134816"/>
            <a:ext cx="562221" cy="238137"/>
          </a:xfrm>
          <a:prstGeom prst="rect">
            <a:avLst/>
          </a:prstGeom>
        </p:spPr>
      </p:pic>
      <p:sp>
        <p:nvSpPr>
          <p:cNvPr id="37" name="Ellipse">
            <a:extLst>
              <a:ext uri="{FF2B5EF4-FFF2-40B4-BE49-F238E27FC236}">
                <a16:creationId xmlns:a16="http://schemas.microsoft.com/office/drawing/2014/main" id="{C05560EF-2345-B486-A091-FDFE714EE42D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Ellipse">
            <a:extLst>
              <a:ext uri="{FF2B5EF4-FFF2-40B4-BE49-F238E27FC236}">
                <a16:creationId xmlns:a16="http://schemas.microsoft.com/office/drawing/2014/main" id="{89225EC7-072A-9C93-86A0-DEE99773616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Ellipse">
            <a:extLst>
              <a:ext uri="{FF2B5EF4-FFF2-40B4-BE49-F238E27FC236}">
                <a16:creationId xmlns:a16="http://schemas.microsoft.com/office/drawing/2014/main" id="{A0FC4BD6-8449-6A1D-68B2-88650DB63038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E2916C3F-9193-0926-BD54-6E3A75179B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7" y="1309407"/>
            <a:ext cx="11007419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2496814F-96C8-D29C-C3CA-E3805D593DDF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100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1884"/>
            <a:ext cx="2592389" cy="344497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536002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1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2973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13FBD91-8212-E33A-A5EF-31D0448D8823}"/>
              </a:ext>
            </a:extLst>
          </p:cNvPr>
          <p:cNvSpPr/>
          <p:nvPr userDrawn="1"/>
        </p:nvSpPr>
        <p:spPr>
          <a:xfrm>
            <a:off x="3396050" y="2821884"/>
            <a:ext cx="2592000" cy="344497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3396050" y="3533598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Subtitle Placeholder 2">
            <a:extLst>
              <a:ext uri="{FF2B5EF4-FFF2-40B4-BE49-F238E27FC236}">
                <a16:creationId xmlns:a16="http://schemas.microsoft.com/office/drawing/2014/main" id="{DE994276-5754-DEDB-3904-703B3E9595A4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3396050" y="5110569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FBC427-6193-5C81-29BC-21AA2B356706}"/>
              </a:ext>
            </a:extLst>
          </p:cNvPr>
          <p:cNvSpPr/>
          <p:nvPr userDrawn="1"/>
        </p:nvSpPr>
        <p:spPr>
          <a:xfrm>
            <a:off x="3612049" y="3040016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D06209-39CC-37A3-0C6C-C61609DA6DD8}"/>
              </a:ext>
            </a:extLst>
          </p:cNvPr>
          <p:cNvSpPr/>
          <p:nvPr userDrawn="1"/>
        </p:nvSpPr>
        <p:spPr>
          <a:xfrm>
            <a:off x="6204338" y="2821884"/>
            <a:ext cx="2592000" cy="344497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E7DC29C-F151-A18B-F3B0-1A1792DE5AC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204338" y="3531466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AE92AA9A-93EA-CE2A-648D-1CC056B73A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204338" y="5108437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3AD9F34-D268-D14A-C152-DC35C48E21C8}"/>
              </a:ext>
            </a:extLst>
          </p:cNvPr>
          <p:cNvSpPr/>
          <p:nvPr userDrawn="1"/>
        </p:nvSpPr>
        <p:spPr>
          <a:xfrm>
            <a:off x="6419924" y="303788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 descr="Стрелка вниз со сплошной заливкой">
            <a:extLst>
              <a:ext uri="{FF2B5EF4-FFF2-40B4-BE49-F238E27FC236}">
                <a16:creationId xmlns:a16="http://schemas.microsoft.com/office/drawing/2014/main" id="{6F581CF0-275C-70E6-802E-5A891316B84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6354814" y="3134816"/>
            <a:ext cx="562221" cy="238137"/>
          </a:xfrm>
          <a:prstGeom prst="rect">
            <a:avLst/>
          </a:prstGeom>
        </p:spPr>
      </p:pic>
      <p:pic>
        <p:nvPicPr>
          <p:cNvPr id="26" name="Рисунок 25" descr="Стрелка вниз со сплошной заливкой">
            <a:extLst>
              <a:ext uri="{FF2B5EF4-FFF2-40B4-BE49-F238E27FC236}">
                <a16:creationId xmlns:a16="http://schemas.microsoft.com/office/drawing/2014/main" id="{05571278-ACEE-FE8E-C3A5-11EA108413D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 rot="18900000">
            <a:off x="3546939" y="3136948"/>
            <a:ext cx="562221" cy="238137"/>
          </a:xfrm>
          <a:prstGeom prst="rect">
            <a:avLst/>
          </a:prstGeom>
        </p:spPr>
      </p:pic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1099" y="3144809"/>
            <a:ext cx="562221" cy="238137"/>
          </a:xfrm>
          <a:prstGeom prst="rect">
            <a:avLst/>
          </a:prstGeom>
        </p:spPr>
      </p:pic>
      <p:sp>
        <p:nvSpPr>
          <p:cNvPr id="5" name="Ellipse">
            <a:extLst>
              <a:ext uri="{FF2B5EF4-FFF2-40B4-BE49-F238E27FC236}">
                <a16:creationId xmlns:a16="http://schemas.microsoft.com/office/drawing/2014/main" id="{76BA7447-FE4E-4DD0-5B02-6CF976F4A38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3629BEBA-D428-34F3-1197-82EC2B0152D8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A78E251C-9D57-E84C-0678-1A16A31D6679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C7E7DC4-A870-EFF2-4115-2C6ECE6EECA0}"/>
              </a:ext>
            </a:extLst>
          </p:cNvPr>
          <p:cNvSpPr/>
          <p:nvPr userDrawn="1"/>
        </p:nvSpPr>
        <p:spPr>
          <a:xfrm>
            <a:off x="9012626" y="2821884"/>
            <a:ext cx="2592000" cy="3444976"/>
          </a:xfrm>
          <a:prstGeom prst="roundRect">
            <a:avLst>
              <a:gd name="adj" fmla="val 151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17AFB13-303D-6B58-50E4-A058BCA792D5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9012626" y="3531466"/>
            <a:ext cx="2592000" cy="1551707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Subtitle Placeholder 4">
            <a:extLst>
              <a:ext uri="{FF2B5EF4-FFF2-40B4-BE49-F238E27FC236}">
                <a16:creationId xmlns:a16="http://schemas.microsoft.com/office/drawing/2014/main" id="{EA079BD7-953E-431E-CB75-CD0B6B69435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9012626" y="5108437"/>
            <a:ext cx="2592000" cy="853050"/>
          </a:xfrm>
        </p:spPr>
        <p:txBody>
          <a:bodyPr wrap="square" lIns="216000" tIns="108000" rIns="216000" bIns="43200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11942E4-525D-1043-3107-E580A8906781}"/>
              </a:ext>
            </a:extLst>
          </p:cNvPr>
          <p:cNvSpPr/>
          <p:nvPr userDrawn="1"/>
        </p:nvSpPr>
        <p:spPr>
          <a:xfrm>
            <a:off x="9228212" y="3037884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 descr="Стрелка вниз со сплошной заливкой">
            <a:extLst>
              <a:ext uri="{FF2B5EF4-FFF2-40B4-BE49-F238E27FC236}">
                <a16:creationId xmlns:a16="http://schemas.microsoft.com/office/drawing/2014/main" id="{E4F46635-297D-2459-5CE2-7E0D8B0F967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8900000">
            <a:off x="9163102" y="3134816"/>
            <a:ext cx="562221" cy="238137"/>
          </a:xfrm>
          <a:prstGeom prst="rect">
            <a:avLst/>
          </a:prstGeom>
        </p:spPr>
      </p:pic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60E22AE6-529B-FD73-FF5D-3CFA8F231E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8" y="1309407"/>
            <a:ext cx="7251864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B34E5E0-793C-4272-AE9E-3FA41DF814A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5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323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">
            <a:extLst>
              <a:ext uri="{FF2B5EF4-FFF2-40B4-BE49-F238E27FC236}">
                <a16:creationId xmlns:a16="http://schemas.microsoft.com/office/drawing/2014/main" id="{703A1FDE-DB7C-B02A-D98B-46601A540191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302157" y="1350957"/>
            <a:ext cx="3301200" cy="1246495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4A4BAC21-DBC4-B3DD-1FE8-B438F4268D2A}"/>
              </a:ext>
            </a:extLst>
          </p:cNvPr>
          <p:cNvCxnSpPr>
            <a:cxnSpLocks/>
          </p:cNvCxnSpPr>
          <p:nvPr userDrawn="1"/>
        </p:nvCxnSpPr>
        <p:spPr>
          <a:xfrm>
            <a:off x="8075613" y="1351404"/>
            <a:ext cx="0" cy="12456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">
            <a:extLst>
              <a:ext uri="{FF2B5EF4-FFF2-40B4-BE49-F238E27FC236}">
                <a16:creationId xmlns:a16="http://schemas.microsoft.com/office/drawing/2014/main" id="{2520F2FA-69F3-B08B-C9ED-CC76F338F352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87375" y="2963917"/>
            <a:ext cx="11017250" cy="3309884"/>
          </a:xfrm>
        </p:spPr>
        <p:txBody>
          <a:bodyPr/>
          <a:lstStyle/>
          <a:p>
            <a:endParaRPr lang="ru-RU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2A0BD75-D218-6743-2712-593BF4E76D6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8" y="1309407"/>
            <a:ext cx="7262506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3A8D257E-0B27-9BF5-AF53-8CC0896B996A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B5B93795-9B9A-6A2C-6B58-C0BE3DE9A6A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4B9D5489-0A76-9FA4-7F04-167EE4709306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DD92493-2DCA-C68F-06BD-5E55D01BA13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676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">
            <a:extLst>
              <a:ext uri="{FF2B5EF4-FFF2-40B4-BE49-F238E27FC236}">
                <a16:creationId xmlns:a16="http://schemas.microsoft.com/office/drawing/2014/main" id="{29AC70A5-167F-E608-2E2F-10DB2947A4A0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E69D8A0D-EA67-A59E-855C-740AB8DFCA8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07D04374-4DB9-32E1-D544-11450B55B48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BD6A02A-9DF2-4B79-3B99-E82D427910F8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302157" y="1350957"/>
            <a:ext cx="3301200" cy="1246495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C3B3635-A530-5B09-CA74-33CF35D84118}"/>
              </a:ext>
            </a:extLst>
          </p:cNvPr>
          <p:cNvCxnSpPr>
            <a:cxnSpLocks/>
          </p:cNvCxnSpPr>
          <p:nvPr userDrawn="1"/>
        </p:nvCxnSpPr>
        <p:spPr>
          <a:xfrm>
            <a:off x="8075613" y="1351404"/>
            <a:ext cx="0" cy="12456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able">
            <a:extLst>
              <a:ext uri="{FF2B5EF4-FFF2-40B4-BE49-F238E27FC236}">
                <a16:creationId xmlns:a16="http://schemas.microsoft.com/office/drawing/2014/main" id="{7631BCD4-BD6A-7263-03FA-0BF74C31943B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87375" y="2963917"/>
            <a:ext cx="11017250" cy="3309884"/>
          </a:xfr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C8F96AE0-C33E-03C0-E2D0-168F4A6485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8" y="1309407"/>
            <a:ext cx="7262506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6D8C9A9-99D8-AA62-642D-D893660F5C4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89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19">
            <a:extLst>
              <a:ext uri="{FF2B5EF4-FFF2-40B4-BE49-F238E27FC236}">
                <a16:creationId xmlns:a16="http://schemas.microsoft.com/office/drawing/2014/main" id="{FF4409A2-17D7-56A7-FAAE-829E385B9F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2898" y="2186277"/>
            <a:ext cx="3528000" cy="4087064"/>
          </a:xfrm>
          <a:prstGeom prst="roundRect">
            <a:avLst>
              <a:gd name="adj" fmla="val 1130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3D7DA33-2E80-C8EB-F307-34D4955B33D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388" y="5230996"/>
            <a:ext cx="3529014" cy="10404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0" name="Subtitle Placeholder">
            <a:extLst>
              <a:ext uri="{FF2B5EF4-FFF2-40B4-BE49-F238E27FC236}">
                <a16:creationId xmlns:a16="http://schemas.microsoft.com/office/drawing/2014/main" id="{50A23ED1-5921-FE65-E1B9-2DA8222EA311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2"/>
            </p:custDataLst>
          </p:nvPr>
        </p:nvSpPr>
        <p:spPr>
          <a:xfrm>
            <a:off x="4332388" y="4260339"/>
            <a:ext cx="3529014" cy="942717"/>
          </a:xfrm>
        </p:spPr>
        <p:txBody>
          <a:bodyPr wrap="square" lIns="108000" tIns="216000" rIns="108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F5B27B79-BE39-F569-1320-FA428B9C4B68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8075614" y="5230996"/>
            <a:ext cx="3529014" cy="10404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E7B58083-7A34-F6B5-98A4-860A39DC485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8075614" y="4260339"/>
            <a:ext cx="3529014" cy="942717"/>
          </a:xfrm>
        </p:spPr>
        <p:txBody>
          <a:bodyPr wrap="square" lIns="108000" tIns="216000" rIns="108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ECC32C9-7537-BDD0-ACB2-B302475C0B6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57EF1E3-BF9B-21DA-D2D5-070B169B3E6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597207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Radial">
            <a:extLst>
              <a:ext uri="{FF2B5EF4-FFF2-40B4-BE49-F238E27FC236}">
                <a16:creationId xmlns:a16="http://schemas.microsoft.com/office/drawing/2014/main" id="{12B8B282-0212-8C76-ECD6-5205AD675D86}"/>
              </a:ext>
            </a:extLst>
          </p:cNvPr>
          <p:cNvSpPr/>
          <p:nvPr userDrawn="1"/>
        </p:nvSpPr>
        <p:spPr>
          <a:xfrm>
            <a:off x="5243120" y="2347603"/>
            <a:ext cx="1707550" cy="1707550"/>
          </a:xfrm>
          <a:prstGeom prst="ellipse">
            <a:avLst/>
          </a:prstGeom>
          <a:noFill/>
          <a:ln w="1905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adial">
            <a:extLst>
              <a:ext uri="{FF2B5EF4-FFF2-40B4-BE49-F238E27FC236}">
                <a16:creationId xmlns:a16="http://schemas.microsoft.com/office/drawing/2014/main" id="{5AF798E9-B27D-ABE0-B67C-BE4E6381633A}"/>
              </a:ext>
            </a:extLst>
          </p:cNvPr>
          <p:cNvSpPr/>
          <p:nvPr userDrawn="1"/>
        </p:nvSpPr>
        <p:spPr>
          <a:xfrm>
            <a:off x="8986213" y="2347337"/>
            <a:ext cx="1707816" cy="1707816"/>
          </a:xfrm>
          <a:prstGeom prst="ellipse">
            <a:avLst/>
          </a:prstGeom>
          <a:noFill/>
          <a:ln w="1905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29F38ECE-D5E8-AD6D-882C-3A2FFD508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43253" y="2347736"/>
            <a:ext cx="1707284" cy="1707284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E3201F48-20C9-F8A6-330C-4A90EB536FF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86346" y="2347470"/>
            <a:ext cx="1707550" cy="170755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7" name="Percent Placeholder">
            <a:extLst>
              <a:ext uri="{FF2B5EF4-FFF2-40B4-BE49-F238E27FC236}">
                <a16:creationId xmlns:a16="http://schemas.microsoft.com/office/drawing/2014/main" id="{E85AFD5C-F2F1-0251-6C76-4885059D7B42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7"/>
            </p:custDataLst>
          </p:nvPr>
        </p:nvSpPr>
        <p:spPr>
          <a:xfrm>
            <a:off x="5472016" y="289360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8" name="Percent Placeholder">
            <a:extLst>
              <a:ext uri="{FF2B5EF4-FFF2-40B4-BE49-F238E27FC236}">
                <a16:creationId xmlns:a16="http://schemas.microsoft.com/office/drawing/2014/main" id="{A593289C-8CA0-9B3D-4CE4-A758F8E18C9B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8"/>
            </p:custDataLst>
          </p:nvPr>
        </p:nvSpPr>
        <p:spPr>
          <a:xfrm>
            <a:off x="9215242" y="2893469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57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CFD6951-2B26-71A4-843F-BEC7C30DEC1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5230981"/>
            <a:ext cx="3529014" cy="1038746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9381AB56-D8E5-FBC1-7A41-348A0603CD6A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4260339"/>
            <a:ext cx="3529014" cy="942717"/>
          </a:xfrm>
        </p:spPr>
        <p:txBody>
          <a:bodyPr wrap="square" lIns="108000" tIns="216000" rIns="108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9C5B22F-1D00-F62F-6E27-9F7AD620B3B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332388" y="5230996"/>
            <a:ext cx="3529014" cy="10404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1547E5EC-7DE8-DBB2-79FD-8907197130C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32388" y="4260339"/>
            <a:ext cx="3529014" cy="942717"/>
          </a:xfrm>
        </p:spPr>
        <p:txBody>
          <a:bodyPr wrap="square" lIns="108000" tIns="216000" rIns="108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F891FD97-B7EA-F5E6-E1D0-74D6DBC0F4BC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075614" y="5230996"/>
            <a:ext cx="3529014" cy="10404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D0EEDCE7-8068-CF9C-885B-9F87E538F3F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075614" y="4260339"/>
            <a:ext cx="3529014" cy="942717"/>
          </a:xfrm>
        </p:spPr>
        <p:txBody>
          <a:bodyPr wrap="square" lIns="108000" tIns="216000" rIns="108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066C2E0-EACD-7CB7-D754-91C063112B6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BC30C52-2E4B-997C-2653-0DDD0A2C87F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597207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Percent Placeholder">
            <a:extLst>
              <a:ext uri="{FF2B5EF4-FFF2-40B4-BE49-F238E27FC236}">
                <a16:creationId xmlns:a16="http://schemas.microsoft.com/office/drawing/2014/main" id="{CD65E890-E2F6-BDD9-7A20-2F1E95973921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1727002" y="289147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Percent Placeholder">
            <a:extLst>
              <a:ext uri="{FF2B5EF4-FFF2-40B4-BE49-F238E27FC236}">
                <a16:creationId xmlns:a16="http://schemas.microsoft.com/office/drawing/2014/main" id="{BBD72DBC-7C33-0F7A-6565-5DA989FC68A5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5472016" y="289147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5A713495-68A9-5C01-1A51-3A4E4F70C75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86921" y="234604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9" name="Percent Placeholder">
            <a:extLst>
              <a:ext uri="{FF2B5EF4-FFF2-40B4-BE49-F238E27FC236}">
                <a16:creationId xmlns:a16="http://schemas.microsoft.com/office/drawing/2014/main" id="{E70050CE-C9F3-832F-0D1B-27881ED09D26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1"/>
            </p:custDataLst>
          </p:nvPr>
        </p:nvSpPr>
        <p:spPr>
          <a:xfrm>
            <a:off x="9215242" y="289147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481760A1-7A91-17EE-1230-F35AA70FC306}"/>
              </a:ext>
            </a:extLst>
          </p:cNvPr>
          <p:cNvSpPr/>
          <p:nvPr userDrawn="1"/>
        </p:nvSpPr>
        <p:spPr>
          <a:xfrm>
            <a:off x="5243695" y="234604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adial">
            <a:extLst>
              <a:ext uri="{FF2B5EF4-FFF2-40B4-BE49-F238E27FC236}">
                <a16:creationId xmlns:a16="http://schemas.microsoft.com/office/drawing/2014/main" id="{DDBA6A54-4B8B-8F73-ABB8-C973CF12B5F6}"/>
              </a:ext>
            </a:extLst>
          </p:cNvPr>
          <p:cNvSpPr/>
          <p:nvPr userDrawn="1"/>
        </p:nvSpPr>
        <p:spPr>
          <a:xfrm>
            <a:off x="8986921" y="234604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adial">
            <a:extLst>
              <a:ext uri="{FF2B5EF4-FFF2-40B4-BE49-F238E27FC236}">
                <a16:creationId xmlns:a16="http://schemas.microsoft.com/office/drawing/2014/main" id="{079354BF-5E83-3F42-8884-4562362A58C6}"/>
              </a:ext>
            </a:extLst>
          </p:cNvPr>
          <p:cNvSpPr/>
          <p:nvPr userDrawn="1"/>
        </p:nvSpPr>
        <p:spPr>
          <a:xfrm>
            <a:off x="1498681" y="234604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BB638B40-764B-408F-CBDB-6A618B51182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43695" y="234604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C2D6FF2F-C95E-8389-A80F-90BACBE167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98681" y="234604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213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">
            <a:extLst>
              <a:ext uri="{FF2B5EF4-FFF2-40B4-BE49-F238E27FC236}">
                <a16:creationId xmlns:a16="http://schemas.microsoft.com/office/drawing/2014/main" id="{4CFD6951-2B26-71A4-843F-BEC7C30DEC1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5024901"/>
            <a:ext cx="2592000" cy="1246495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9381AB56-D8E5-FBC1-7A41-348A0603CD6A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4112134"/>
            <a:ext cx="2592000" cy="906366"/>
          </a:xfrm>
        </p:spPr>
        <p:txBody>
          <a:bodyPr wrap="square" lIns="108000" tIns="216000" rIns="10800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49C5B22F-1D00-F62F-6E27-9F7AD620B3B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3396050" y="5024738"/>
            <a:ext cx="2592000" cy="12456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1547E5EC-7DE8-DBB2-79FD-8907197130C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3396050" y="4109730"/>
            <a:ext cx="2592000" cy="906366"/>
          </a:xfrm>
        </p:spPr>
        <p:txBody>
          <a:bodyPr wrap="square" lIns="108000" tIns="216000" rIns="10800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F891FD97-B7EA-F5E6-E1D0-74D6DBC0F4BC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9012626" y="5024738"/>
            <a:ext cx="2592000" cy="12456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D0EEDCE7-8068-CF9C-885B-9F87E538F3F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12626" y="4107598"/>
            <a:ext cx="2592000" cy="906366"/>
          </a:xfrm>
        </p:spPr>
        <p:txBody>
          <a:bodyPr wrap="square" lIns="108000" tIns="216000" rIns="10800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24A0C4B7-45CF-4564-9DDA-7BA0A5233D79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6204338" y="5024738"/>
            <a:ext cx="2592000" cy="1245600"/>
          </a:xfrm>
        </p:spPr>
        <p:txBody>
          <a:bodyPr lIns="108000" tIns="0" rIns="10800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93551150-92F6-A4BE-9F9F-BA4E6B49CAAA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8"/>
            </p:custDataLst>
          </p:nvPr>
        </p:nvSpPr>
        <p:spPr>
          <a:xfrm>
            <a:off x="6204338" y="4109730"/>
            <a:ext cx="2592000" cy="906366"/>
          </a:xfrm>
        </p:spPr>
        <p:txBody>
          <a:bodyPr wrap="square" lIns="108000" tIns="216000" rIns="10800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3BA5329-D9B2-E43A-776D-BFDDDF11DC2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B20CA71-DB3B-966F-8758-9F0BC456B02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597207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Circle">
            <a:extLst>
              <a:ext uri="{FF2B5EF4-FFF2-40B4-BE49-F238E27FC236}">
                <a16:creationId xmlns:a16="http://schemas.microsoft.com/office/drawing/2014/main" id="{7A7BCCB3-D9AA-852F-2A4B-40A25CDB67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0174" y="219570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4" name="Percent Placeholder">
            <a:extLst>
              <a:ext uri="{FF2B5EF4-FFF2-40B4-BE49-F238E27FC236}">
                <a16:creationId xmlns:a16="http://schemas.microsoft.com/office/drawing/2014/main" id="{403BAF33-4CBC-96BE-3BF6-5F0A188F3054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1"/>
            </p:custDataLst>
          </p:nvPr>
        </p:nvSpPr>
        <p:spPr>
          <a:xfrm>
            <a:off x="1258495" y="274113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F849CD63-22F6-F711-C454-07CBB202B88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2"/>
            </p:custDataLst>
          </p:nvPr>
        </p:nvSpPr>
        <p:spPr>
          <a:xfrm>
            <a:off x="4067171" y="274113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C7C28D45-FC63-EE90-8818-D8043F1EC9F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47138" y="219570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7" name="Percent Placeholder">
            <a:extLst>
              <a:ext uri="{FF2B5EF4-FFF2-40B4-BE49-F238E27FC236}">
                <a16:creationId xmlns:a16="http://schemas.microsoft.com/office/drawing/2014/main" id="{CE9E1205-9918-E822-AB11-AFFD90385826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3"/>
            </p:custDataLst>
          </p:nvPr>
        </p:nvSpPr>
        <p:spPr>
          <a:xfrm>
            <a:off x="6875459" y="274113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6B106A70-2C79-1431-1281-9979B3C2436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55426" y="219570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1" name="Percent Placeholder">
            <a:extLst>
              <a:ext uri="{FF2B5EF4-FFF2-40B4-BE49-F238E27FC236}">
                <a16:creationId xmlns:a16="http://schemas.microsoft.com/office/drawing/2014/main" id="{6863059D-C300-8BD5-E52E-97B06AE8078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683747" y="2741132"/>
            <a:ext cx="12497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Radial">
            <a:extLst>
              <a:ext uri="{FF2B5EF4-FFF2-40B4-BE49-F238E27FC236}">
                <a16:creationId xmlns:a16="http://schemas.microsoft.com/office/drawing/2014/main" id="{D2B63D1F-B956-FF34-0C9E-E506874EF6BF}"/>
              </a:ext>
            </a:extLst>
          </p:cNvPr>
          <p:cNvSpPr/>
          <p:nvPr userDrawn="1"/>
        </p:nvSpPr>
        <p:spPr>
          <a:xfrm>
            <a:off x="9455426" y="219570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adial">
            <a:extLst>
              <a:ext uri="{FF2B5EF4-FFF2-40B4-BE49-F238E27FC236}">
                <a16:creationId xmlns:a16="http://schemas.microsoft.com/office/drawing/2014/main" id="{B60D29E6-E011-FBD2-7442-3996BDC743A9}"/>
              </a:ext>
            </a:extLst>
          </p:cNvPr>
          <p:cNvSpPr/>
          <p:nvPr userDrawn="1"/>
        </p:nvSpPr>
        <p:spPr>
          <a:xfrm>
            <a:off x="3838850" y="219570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adial">
            <a:extLst>
              <a:ext uri="{FF2B5EF4-FFF2-40B4-BE49-F238E27FC236}">
                <a16:creationId xmlns:a16="http://schemas.microsoft.com/office/drawing/2014/main" id="{B3DD13BD-ECC7-A47A-0AA8-2B4843870F39}"/>
              </a:ext>
            </a:extLst>
          </p:cNvPr>
          <p:cNvSpPr/>
          <p:nvPr userDrawn="1"/>
        </p:nvSpPr>
        <p:spPr>
          <a:xfrm>
            <a:off x="6647138" y="219570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adial">
            <a:extLst>
              <a:ext uri="{FF2B5EF4-FFF2-40B4-BE49-F238E27FC236}">
                <a16:creationId xmlns:a16="http://schemas.microsoft.com/office/drawing/2014/main" id="{3BCE7CC1-D125-B57C-AE09-65C0B9050ED2}"/>
              </a:ext>
            </a:extLst>
          </p:cNvPr>
          <p:cNvSpPr/>
          <p:nvPr userDrawn="1"/>
        </p:nvSpPr>
        <p:spPr>
          <a:xfrm>
            <a:off x="1030174" y="2195708"/>
            <a:ext cx="1706400" cy="1706400"/>
          </a:xfrm>
          <a:prstGeom prst="ellipse">
            <a:avLst/>
          </a:prstGeom>
          <a:noFill/>
          <a:ln w="1905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03479C6A-7B63-AAD9-7CFB-B8104C690F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38850" y="2195708"/>
            <a:ext cx="1706400" cy="1706400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 cap="flat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GB" sz="18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02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7725"/>
            <a:ext cx="5400676" cy="3445200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632357"/>
            <a:ext cx="5400674" cy="1454400"/>
          </a:xfrm>
        </p:spPr>
        <p:txBody>
          <a:bodyPr lIns="216000" tIns="432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4471"/>
            <a:ext cx="5400674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F5A58C7B-689D-CDF8-7A5A-02F95BA44542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203950" y="1304925"/>
            <a:ext cx="5400000" cy="4968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56A8CFD9-2560-BCF0-9680-501E33213D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8" y="1309407"/>
            <a:ext cx="5390840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3A520D8F-4DF8-E3F4-99F6-CE32A582E1F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995AA934-7349-D02F-9E5E-633DA6B7EDF6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5E05E83D-4D10-C5E0-650B-467258DB5C9E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2ED58C9-4BA2-1BCF-0067-8AFB2BE21FE6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3CC11930-D2AD-A6C4-44B0-05E49609DB49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55E8D16-6EAC-5011-8069-8E248E0507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992" t="-13249" r="-12992" b="-12735"/>
          <a:stretch>
            <a:fillRect/>
          </a:stretch>
        </p:blipFill>
        <p:spPr>
          <a:xfrm flipH="1">
            <a:off x="803374" y="3042420"/>
            <a:ext cx="432000" cy="431999"/>
          </a:xfrm>
          <a:prstGeom prst="rect">
            <a:avLst/>
          </a:prstGeom>
        </p:spPr>
      </p:pic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418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8075613" y="1309407"/>
            <a:ext cx="3529012" cy="4964400"/>
          </a:xfrm>
          <a:prstGeom prst="roundRect">
            <a:avLst>
              <a:gd name="adj" fmla="val 1135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8075613" y="2289197"/>
            <a:ext cx="3529012" cy="2494800"/>
          </a:xfrm>
        </p:spPr>
        <p:txBody>
          <a:bodyPr lIns="216000" tIns="432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075613" y="4804322"/>
            <a:ext cx="3529012" cy="1468603"/>
          </a:xfrm>
        </p:spPr>
        <p:txBody>
          <a:bodyPr wrap="square" lIns="216000" tIns="108000" rIns="216000" bIns="432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0E11A61A-5326-D41C-72A7-0C8CCECD2EE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87376" y="2827725"/>
            <a:ext cx="7272338" cy="34452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FE8A6FC7-0785-9A76-B591-78F07748BEA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8" y="1641806"/>
            <a:ext cx="7262506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2CE77B4F-15F6-89F3-4BA3-F585BAF30DF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E5AA6F94-1051-DB33-C8D1-1805502E8383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1E80C9CB-FE78-F4A9-844C-357310A335D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72C6DFB-B653-6CE6-7D82-2E4CAB4D067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B00FC7B4-CBD3-6888-10F8-9CEC31B2138D}"/>
              </a:ext>
            </a:extLst>
          </p:cNvPr>
          <p:cNvSpPr/>
          <p:nvPr userDrawn="1"/>
        </p:nvSpPr>
        <p:spPr>
          <a:xfrm>
            <a:off x="8291512" y="150599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A20AD64-F615-29D3-13A3-1C52651597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992" t="-13249" r="-12992" b="-12735"/>
          <a:stretch>
            <a:fillRect/>
          </a:stretch>
        </p:blipFill>
        <p:spPr>
          <a:xfrm>
            <a:off x="8291512" y="1505107"/>
            <a:ext cx="432000" cy="431999"/>
          </a:xfrm>
          <a:prstGeom prst="rect">
            <a:avLst/>
          </a:prstGeom>
        </p:spPr>
      </p:pic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932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7725"/>
            <a:ext cx="5400676" cy="3445200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3632357"/>
            <a:ext cx="5400674" cy="1454400"/>
          </a:xfrm>
        </p:spPr>
        <p:txBody>
          <a:bodyPr lIns="216000" tIns="432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5114471"/>
            <a:ext cx="5400674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F5A58C7B-689D-CDF8-7A5A-02F95BA44542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203950" y="1304925"/>
            <a:ext cx="5400000" cy="4968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56A8CFD9-2560-BCF0-9680-501E33213D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8" y="1309407"/>
            <a:ext cx="5390840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3A520D8F-4DF8-E3F4-99F6-CE32A582E1F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995AA934-7349-D02F-9E5E-633DA6B7EDF6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5E05E83D-4D10-C5E0-650B-467258DB5C9E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2ED58C9-4BA2-1BCF-0067-8AFB2BE21FE6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3CC11930-D2AD-A6C4-44B0-05E49609DB49}"/>
              </a:ext>
            </a:extLst>
          </p:cNvPr>
          <p:cNvSpPr/>
          <p:nvPr userDrawn="1"/>
        </p:nvSpPr>
        <p:spPr>
          <a:xfrm>
            <a:off x="803374" y="304242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55E8D16-6EAC-5011-8069-8E248E0507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992" t="-13249" r="-12992" b="-12735"/>
          <a:stretch>
            <a:fillRect/>
          </a:stretch>
        </p:blipFill>
        <p:spPr>
          <a:xfrm flipH="1">
            <a:off x="803374" y="3042420"/>
            <a:ext cx="432000" cy="431999"/>
          </a:xfrm>
          <a:prstGeom prst="rect">
            <a:avLst/>
          </a:prstGeom>
        </p:spPr>
      </p:pic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172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8075613" y="1309407"/>
            <a:ext cx="3529012" cy="4964400"/>
          </a:xfrm>
          <a:prstGeom prst="roundRect">
            <a:avLst>
              <a:gd name="adj" fmla="val 1135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D141B0A-352C-6023-D264-7520957DA57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8075613" y="2289197"/>
            <a:ext cx="3529012" cy="2494800"/>
          </a:xfrm>
        </p:spPr>
        <p:txBody>
          <a:bodyPr lIns="216000" tIns="432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ru-RU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83752713-A816-288F-B1ED-9153BA5CE76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8075613" y="4804322"/>
            <a:ext cx="3529012" cy="1468603"/>
          </a:xfrm>
        </p:spPr>
        <p:txBody>
          <a:bodyPr wrap="square" lIns="216000" tIns="108000" rIns="216000" bIns="432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0E11A61A-5326-D41C-72A7-0C8CCECD2EE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87376" y="2827725"/>
            <a:ext cx="7272338" cy="34452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FE8A6FC7-0785-9A76-B591-78F07748BEA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8" y="1641806"/>
            <a:ext cx="7262506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2CE77B4F-15F6-89F3-4BA3-F585BAF30DF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E5AA6F94-1051-DB33-C8D1-1805502E8383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1E80C9CB-FE78-F4A9-844C-357310A335D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72C6DFB-B653-6CE6-7D82-2E4CAB4D067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B00FC7B4-CBD3-6888-10F8-9CEC31B2138D}"/>
              </a:ext>
            </a:extLst>
          </p:cNvPr>
          <p:cNvSpPr/>
          <p:nvPr userDrawn="1"/>
        </p:nvSpPr>
        <p:spPr>
          <a:xfrm>
            <a:off x="8291512" y="150599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A20AD64-F615-29D3-13A3-1C52651597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992" t="-13249" r="-12992" b="-12735"/>
          <a:stretch>
            <a:fillRect/>
          </a:stretch>
        </p:blipFill>
        <p:spPr>
          <a:xfrm>
            <a:off x="8291512" y="1505107"/>
            <a:ext cx="432000" cy="431999"/>
          </a:xfrm>
          <a:prstGeom prst="rect">
            <a:avLst/>
          </a:prstGeom>
        </p:spPr>
      </p:pic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77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CB9254D-37BB-931D-6C1A-C80ACCEA539B}"/>
              </a:ext>
            </a:extLst>
          </p:cNvPr>
          <p:cNvSpPr/>
          <p:nvPr userDrawn="1"/>
        </p:nvSpPr>
        <p:spPr>
          <a:xfrm>
            <a:off x="587375" y="2173271"/>
            <a:ext cx="5400676" cy="1940400"/>
          </a:xfrm>
          <a:prstGeom prst="roundRect">
            <a:avLst>
              <a:gd name="adj" fmla="val 2059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BCF5A9D-BC5F-89F4-1955-6F4A3567A9D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5" y="2199210"/>
            <a:ext cx="5400674" cy="1049106"/>
          </a:xfrm>
        </p:spPr>
        <p:txBody>
          <a:bodyPr lIns="216000" tIns="216000" rIns="720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BBE7D6EA-D34D-E1B0-2C2F-FC17C1634B3B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5" y="3260621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6ABC600-755C-2003-DC4E-E0F558481220}"/>
              </a:ext>
            </a:extLst>
          </p:cNvPr>
          <p:cNvSpPr/>
          <p:nvPr userDrawn="1"/>
        </p:nvSpPr>
        <p:spPr>
          <a:xfrm>
            <a:off x="5333928" y="2389271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 descr="Стрелка вниз со сплошной заливкой">
            <a:extLst>
              <a:ext uri="{FF2B5EF4-FFF2-40B4-BE49-F238E27FC236}">
                <a16:creationId xmlns:a16="http://schemas.microsoft.com/office/drawing/2014/main" id="{F401CE04-630B-2CF7-886C-7CC1D03821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54542" b="3102"/>
          <a:stretch>
            <a:fillRect/>
          </a:stretch>
        </p:blipFill>
        <p:spPr>
          <a:xfrm>
            <a:off x="5268818" y="2486203"/>
            <a:ext cx="562221" cy="238137"/>
          </a:xfrm>
          <a:prstGeom prst="rect">
            <a:avLst/>
          </a:prstGeom>
        </p:spPr>
      </p:pic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968B5238-7943-D178-EADF-90ADBE9F86D8}"/>
              </a:ext>
            </a:extLst>
          </p:cNvPr>
          <p:cNvSpPr/>
          <p:nvPr userDrawn="1"/>
        </p:nvSpPr>
        <p:spPr>
          <a:xfrm>
            <a:off x="587375" y="4333400"/>
            <a:ext cx="5400676" cy="1940400"/>
          </a:xfrm>
          <a:prstGeom prst="roundRect">
            <a:avLst>
              <a:gd name="adj" fmla="val 205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AE1629FB-10FB-7B1C-83FE-CAE23FB80925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5" y="4359339"/>
            <a:ext cx="5400674" cy="1049106"/>
          </a:xfrm>
        </p:spPr>
        <p:txBody>
          <a:bodyPr lIns="216000" tIns="216000" rIns="720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3" name="Subtitle Placeholder 3">
            <a:extLst>
              <a:ext uri="{FF2B5EF4-FFF2-40B4-BE49-F238E27FC236}">
                <a16:creationId xmlns:a16="http://schemas.microsoft.com/office/drawing/2014/main" id="{EA673D57-376B-71D5-4E93-E104B17C1983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87375" y="5420750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B532330-21EC-40BB-5200-D07C3B3868A0}"/>
              </a:ext>
            </a:extLst>
          </p:cNvPr>
          <p:cNvSpPr/>
          <p:nvPr userDrawn="1"/>
        </p:nvSpPr>
        <p:spPr>
          <a:xfrm>
            <a:off x="5333928" y="454940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5" name="Рисунок 44" descr="Стрелка вниз со сплошной заливкой">
            <a:extLst>
              <a:ext uri="{FF2B5EF4-FFF2-40B4-BE49-F238E27FC236}">
                <a16:creationId xmlns:a16="http://schemas.microsoft.com/office/drawing/2014/main" id="{47F415A0-D122-032A-5F18-2EF405C76A7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>
            <a:off x="5268818" y="4646332"/>
            <a:ext cx="562221" cy="238137"/>
          </a:xfrm>
          <a:prstGeom prst="rect">
            <a:avLst/>
          </a:prstGeom>
        </p:spPr>
      </p:pic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C573EEA-2BCB-8166-A7C8-2B52265C279A}"/>
              </a:ext>
            </a:extLst>
          </p:cNvPr>
          <p:cNvSpPr/>
          <p:nvPr userDrawn="1"/>
        </p:nvSpPr>
        <p:spPr>
          <a:xfrm>
            <a:off x="6203951" y="2170867"/>
            <a:ext cx="5400676" cy="1940400"/>
          </a:xfrm>
          <a:prstGeom prst="roundRect">
            <a:avLst>
              <a:gd name="adj" fmla="val 205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FA5ECE4-5179-775C-A155-3A8CF8AEB4E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203951" y="2196806"/>
            <a:ext cx="5400674" cy="1049106"/>
          </a:xfrm>
        </p:spPr>
        <p:txBody>
          <a:bodyPr lIns="216000" tIns="216000" rIns="720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8" name="Subtitle Placeholder 2">
            <a:extLst>
              <a:ext uri="{FF2B5EF4-FFF2-40B4-BE49-F238E27FC236}">
                <a16:creationId xmlns:a16="http://schemas.microsoft.com/office/drawing/2014/main" id="{3DFC4871-1711-DB40-8FC0-45A9B2E5B53B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203951" y="3258217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906CEA73-E2E6-6577-257F-42FF3FE13658}"/>
              </a:ext>
            </a:extLst>
          </p:cNvPr>
          <p:cNvSpPr/>
          <p:nvPr userDrawn="1"/>
        </p:nvSpPr>
        <p:spPr>
          <a:xfrm>
            <a:off x="10950504" y="2386867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0" name="Рисунок 49" descr="Стрелка вниз со сплошной заливкой">
            <a:extLst>
              <a:ext uri="{FF2B5EF4-FFF2-40B4-BE49-F238E27FC236}">
                <a16:creationId xmlns:a16="http://schemas.microsoft.com/office/drawing/2014/main" id="{4592473B-FC54-D7BE-60ED-65A07FFF564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>
            <a:off x="10885394" y="2483799"/>
            <a:ext cx="562221" cy="238137"/>
          </a:xfrm>
          <a:prstGeom prst="rect">
            <a:avLst/>
          </a:prstGeom>
        </p:spPr>
      </p:pic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95E7D28C-390D-500E-D5FE-4C4161404116}"/>
              </a:ext>
            </a:extLst>
          </p:cNvPr>
          <p:cNvSpPr/>
          <p:nvPr userDrawn="1"/>
        </p:nvSpPr>
        <p:spPr>
          <a:xfrm>
            <a:off x="6203951" y="4330996"/>
            <a:ext cx="5400676" cy="1940400"/>
          </a:xfrm>
          <a:prstGeom prst="roundRect">
            <a:avLst>
              <a:gd name="adj" fmla="val 205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D014A8CE-5631-60BA-7FE6-94B61F5D2590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203951" y="4356935"/>
            <a:ext cx="5400674" cy="1049106"/>
          </a:xfrm>
        </p:spPr>
        <p:txBody>
          <a:bodyPr lIns="216000" tIns="216000" rIns="720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3" name="Subtitle Placeholder 4">
            <a:extLst>
              <a:ext uri="{FF2B5EF4-FFF2-40B4-BE49-F238E27FC236}">
                <a16:creationId xmlns:a16="http://schemas.microsoft.com/office/drawing/2014/main" id="{306E0A95-023A-0EDD-B5E1-63066B27781B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203951" y="5418346"/>
            <a:ext cx="540067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AD30C4B2-A776-BE9A-C5AA-B869B2AD410D}"/>
              </a:ext>
            </a:extLst>
          </p:cNvPr>
          <p:cNvSpPr/>
          <p:nvPr userDrawn="1"/>
        </p:nvSpPr>
        <p:spPr>
          <a:xfrm>
            <a:off x="10950504" y="4546996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5" name="Рисунок 54" descr="Стрелка вниз со сплошной заливкой">
            <a:extLst>
              <a:ext uri="{FF2B5EF4-FFF2-40B4-BE49-F238E27FC236}">
                <a16:creationId xmlns:a16="http://schemas.microsoft.com/office/drawing/2014/main" id="{85E5EEF7-7462-C443-393B-DC468C04101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>
            <a:off x="10885394" y="4643928"/>
            <a:ext cx="562221" cy="238137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17D3BE0-2B9D-6A34-2864-13EEA4041F4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18046DDC-0378-E587-A457-9A2165A1426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27E168D8-DA48-7BAC-59AF-A94765C7200B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7281D9CE-B88A-4F02-A0DE-D511CD95890E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3CCACD7-000F-C0E9-5770-B951F90C8E8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462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E363D5A-8487-C1EA-EFC3-BB1756FFA87C}"/>
              </a:ext>
            </a:extLst>
          </p:cNvPr>
          <p:cNvSpPr/>
          <p:nvPr userDrawn="1"/>
        </p:nvSpPr>
        <p:spPr>
          <a:xfrm>
            <a:off x="587374" y="3911326"/>
            <a:ext cx="3529014" cy="2362676"/>
          </a:xfrm>
          <a:prstGeom prst="roundRect">
            <a:avLst>
              <a:gd name="adj" fmla="val 193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524451F-A9B0-842E-4E6E-5B23BED0249C}"/>
              </a:ext>
            </a:extLst>
          </p:cNvPr>
          <p:cNvSpPr/>
          <p:nvPr userDrawn="1"/>
        </p:nvSpPr>
        <p:spPr>
          <a:xfrm>
            <a:off x="4332389" y="3913744"/>
            <a:ext cx="3529014" cy="2360056"/>
          </a:xfrm>
          <a:prstGeom prst="roundRect">
            <a:avLst>
              <a:gd name="adj" fmla="val 1936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0925186-EA6A-BE86-E801-12A1C3190C41}"/>
              </a:ext>
            </a:extLst>
          </p:cNvPr>
          <p:cNvSpPr/>
          <p:nvPr userDrawn="1"/>
        </p:nvSpPr>
        <p:spPr>
          <a:xfrm>
            <a:off x="8075614" y="3913744"/>
            <a:ext cx="3529014" cy="2360056"/>
          </a:xfrm>
          <a:prstGeom prst="roundRect">
            <a:avLst>
              <a:gd name="adj" fmla="val 2095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542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6200000">
            <a:off x="741099" y="3142354"/>
            <a:ext cx="562221" cy="238137"/>
          </a:xfrm>
          <a:prstGeom prst="rect">
            <a:avLst/>
          </a:prstGeom>
        </p:spPr>
      </p:pic>
      <p:sp>
        <p:nvSpPr>
          <p:cNvPr id="5" name="Milestone Placeholder 1">
            <a:extLst>
              <a:ext uri="{FF2B5EF4-FFF2-40B4-BE49-F238E27FC236}">
                <a16:creationId xmlns:a16="http://schemas.microsoft.com/office/drawing/2014/main" id="{712831E2-BC7A-C346-AE12-39D98FBDEC6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1258690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9D90EE-F6D0-66F3-D441-CE4345A05C45}"/>
              </a:ext>
            </a:extLst>
          </p:cNvPr>
          <p:cNvSpPr/>
          <p:nvPr userDrawn="1"/>
        </p:nvSpPr>
        <p:spPr>
          <a:xfrm>
            <a:off x="4341349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282BD834-C74E-5456-01FE-1E79096F6BAB}"/>
              </a:ext>
            </a:extLst>
          </p:cNvPr>
          <p:cNvSpPr/>
          <p:nvPr userDrawn="1"/>
        </p:nvSpPr>
        <p:spPr>
          <a:xfrm>
            <a:off x="4557349" y="304542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2"/>
            </p:custDataLst>
          </p:nvPr>
        </p:nvSpPr>
        <p:spPr>
          <a:xfrm>
            <a:off x="4350310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4350310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4ED24A69-6581-30DA-E44F-5ADA0E1D28B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54542" b="3102"/>
          <a:stretch>
            <a:fillRect/>
          </a:stretch>
        </p:blipFill>
        <p:spPr>
          <a:xfrm rot="16200000">
            <a:off x="4495074" y="3142355"/>
            <a:ext cx="562221" cy="238137"/>
          </a:xfrm>
          <a:prstGeom prst="rect">
            <a:avLst/>
          </a:prstGeom>
        </p:spPr>
      </p:pic>
      <p:sp>
        <p:nvSpPr>
          <p:cNvPr id="15" name="Milestone Placeholder 2">
            <a:extLst>
              <a:ext uri="{FF2B5EF4-FFF2-40B4-BE49-F238E27FC236}">
                <a16:creationId xmlns:a16="http://schemas.microsoft.com/office/drawing/2014/main" id="{BB7BE81F-B869-0BE5-CD05-3DBAE3929ADD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5012665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DB04A-177E-E5B8-8E5A-4CB11CF28556}"/>
              </a:ext>
            </a:extLst>
          </p:cNvPr>
          <p:cNvSpPr/>
          <p:nvPr userDrawn="1"/>
        </p:nvSpPr>
        <p:spPr>
          <a:xfrm>
            <a:off x="8095324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B2EA2CE-8F68-C67D-4DD5-94AEAC6E47EC}"/>
              </a:ext>
            </a:extLst>
          </p:cNvPr>
          <p:cNvSpPr/>
          <p:nvPr userDrawn="1"/>
        </p:nvSpPr>
        <p:spPr>
          <a:xfrm>
            <a:off x="8311324" y="304542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104285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Subtitle Placeholder 3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104285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35" name="Рисунок 34" descr="Стрелка вниз со сплошной заливкой">
            <a:extLst>
              <a:ext uri="{FF2B5EF4-FFF2-40B4-BE49-F238E27FC236}">
                <a16:creationId xmlns:a16="http://schemas.microsoft.com/office/drawing/2014/main" id="{1D07F9A7-0EE4-948C-FC0E-048A4612DC6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54542" b="3102"/>
          <a:stretch>
            <a:fillRect/>
          </a:stretch>
        </p:blipFill>
        <p:spPr>
          <a:xfrm rot="16200000">
            <a:off x="8249049" y="3142355"/>
            <a:ext cx="562221" cy="238137"/>
          </a:xfrm>
          <a:prstGeom prst="rect">
            <a:avLst/>
          </a:prstGeom>
        </p:spPr>
      </p:pic>
      <p:sp>
        <p:nvSpPr>
          <p:cNvPr id="36" name="Milestone Placeholder 3">
            <a:extLst>
              <a:ext uri="{FF2B5EF4-FFF2-40B4-BE49-F238E27FC236}">
                <a16:creationId xmlns:a16="http://schemas.microsoft.com/office/drawing/2014/main" id="{2BEF283F-0FF1-E9FE-4191-2E9D26CAE899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8766640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7DD111AA-4096-9ED2-AC73-0888FE4D899F}"/>
              </a:ext>
            </a:extLst>
          </p:cNvPr>
          <p:cNvCxnSpPr>
            <a:cxnSpLocks/>
          </p:cNvCxnSpPr>
          <p:nvPr userDrawn="1"/>
        </p:nvCxnSpPr>
        <p:spPr>
          <a:xfrm flipV="1">
            <a:off x="4125800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7762849-CCA8-639E-40D8-5A6F655E6789}"/>
              </a:ext>
            </a:extLst>
          </p:cNvPr>
          <p:cNvCxnSpPr>
            <a:cxnSpLocks/>
          </p:cNvCxnSpPr>
          <p:nvPr userDrawn="1"/>
        </p:nvCxnSpPr>
        <p:spPr>
          <a:xfrm flipV="1">
            <a:off x="7879326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B3522AA-0CF1-8CDA-E0B5-9508AC5CC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587374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6" name="Subtitle Placeholder 1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587374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0DC8E419-1CC0-2D00-934C-CC82073DD3B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7207" y="1309407"/>
            <a:ext cx="11007417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CEC0AAFA-C929-7065-42EC-D3C1F2D870DB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Ellipse">
            <a:extLst>
              <a:ext uri="{FF2B5EF4-FFF2-40B4-BE49-F238E27FC236}">
                <a16:creationId xmlns:a16="http://schemas.microsoft.com/office/drawing/2014/main" id="{CE2C201E-D0CC-F397-777C-6EE97B75564D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Ellipse">
            <a:extLst>
              <a:ext uri="{FF2B5EF4-FFF2-40B4-BE49-F238E27FC236}">
                <a16:creationId xmlns:a16="http://schemas.microsoft.com/office/drawing/2014/main" id="{1623A62F-F5E1-91EF-FB2D-87BE6EA8235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ooter Placeholder">
            <a:extLst>
              <a:ext uri="{FF2B5EF4-FFF2-40B4-BE49-F238E27FC236}">
                <a16:creationId xmlns:a16="http://schemas.microsoft.com/office/drawing/2014/main" id="{C5591E55-F2A5-34C6-DABC-CA4B44672529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844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A451C37-D958-750B-4B3C-2B11B4FAF034}"/>
              </a:ext>
            </a:extLst>
          </p:cNvPr>
          <p:cNvSpPr/>
          <p:nvPr userDrawn="1"/>
        </p:nvSpPr>
        <p:spPr>
          <a:xfrm>
            <a:off x="587374" y="3671164"/>
            <a:ext cx="2592389" cy="2602636"/>
          </a:xfrm>
          <a:prstGeom prst="roundRect">
            <a:avLst>
              <a:gd name="adj" fmla="val 143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706ACC6-04C7-13B8-08BB-E31977982961}"/>
              </a:ext>
            </a:extLst>
          </p:cNvPr>
          <p:cNvSpPr/>
          <p:nvPr userDrawn="1"/>
        </p:nvSpPr>
        <p:spPr>
          <a:xfrm>
            <a:off x="3403449" y="3671164"/>
            <a:ext cx="2592000" cy="260263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EA0A164-56C3-3A3B-E54C-2629184282B0}"/>
              </a:ext>
            </a:extLst>
          </p:cNvPr>
          <p:cNvSpPr/>
          <p:nvPr userDrawn="1"/>
        </p:nvSpPr>
        <p:spPr>
          <a:xfrm>
            <a:off x="6204338" y="3671164"/>
            <a:ext cx="2592000" cy="260263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7BD5C46-56C1-95F6-04C5-207F20B9199A}"/>
              </a:ext>
            </a:extLst>
          </p:cNvPr>
          <p:cNvSpPr/>
          <p:nvPr userDrawn="1"/>
        </p:nvSpPr>
        <p:spPr>
          <a:xfrm>
            <a:off x="9012626" y="3671164"/>
            <a:ext cx="2592000" cy="260263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279984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741099" y="2896774"/>
            <a:ext cx="562221" cy="238137"/>
          </a:xfrm>
          <a:prstGeom prst="rect">
            <a:avLst/>
          </a:prstGeom>
        </p:spPr>
      </p:pic>
      <p:sp>
        <p:nvSpPr>
          <p:cNvPr id="5" name="Milestone Placeholder 1">
            <a:extLst>
              <a:ext uri="{FF2B5EF4-FFF2-40B4-BE49-F238E27FC236}">
                <a16:creationId xmlns:a16="http://schemas.microsoft.com/office/drawing/2014/main" id="{712831E2-BC7A-C346-AE12-39D98FBDEC6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1258691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9D90EE-F6D0-66F3-D441-CE4345A05C45}"/>
              </a:ext>
            </a:extLst>
          </p:cNvPr>
          <p:cNvSpPr/>
          <p:nvPr userDrawn="1"/>
        </p:nvSpPr>
        <p:spPr>
          <a:xfrm>
            <a:off x="3403449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282BD834-C74E-5456-01FE-1E79096F6BAB}"/>
              </a:ext>
            </a:extLst>
          </p:cNvPr>
          <p:cNvSpPr/>
          <p:nvPr userDrawn="1"/>
        </p:nvSpPr>
        <p:spPr>
          <a:xfrm>
            <a:off x="3619449" y="27998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2"/>
            </p:custDataLst>
          </p:nvPr>
        </p:nvSpPr>
        <p:spPr>
          <a:xfrm>
            <a:off x="3390970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3390970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4ED24A69-6581-30DA-E44F-5ADA0E1D28B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 rot="16200000">
            <a:off x="3557174" y="2896775"/>
            <a:ext cx="562221" cy="238137"/>
          </a:xfrm>
          <a:prstGeom prst="rect">
            <a:avLst/>
          </a:prstGeom>
        </p:spPr>
      </p:pic>
      <p:sp>
        <p:nvSpPr>
          <p:cNvPr id="15" name="Milestone Placeholder 2">
            <a:extLst>
              <a:ext uri="{FF2B5EF4-FFF2-40B4-BE49-F238E27FC236}">
                <a16:creationId xmlns:a16="http://schemas.microsoft.com/office/drawing/2014/main" id="{BB7BE81F-B869-0BE5-CD05-3DBAE3929ADD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4074766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DB04A-177E-E5B8-8E5A-4CB11CF28556}"/>
              </a:ext>
            </a:extLst>
          </p:cNvPr>
          <p:cNvSpPr/>
          <p:nvPr userDrawn="1"/>
        </p:nvSpPr>
        <p:spPr>
          <a:xfrm>
            <a:off x="6204338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B2EA2CE-8F68-C67D-4DD5-94AEAC6E47EC}"/>
              </a:ext>
            </a:extLst>
          </p:cNvPr>
          <p:cNvSpPr/>
          <p:nvPr userDrawn="1"/>
        </p:nvSpPr>
        <p:spPr>
          <a:xfrm>
            <a:off x="6407472" y="27998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6204338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Subtitle Placeholder 3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6204338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35" name="Рисунок 34" descr="Стрелка вниз со сплошной заливкой">
            <a:extLst>
              <a:ext uri="{FF2B5EF4-FFF2-40B4-BE49-F238E27FC236}">
                <a16:creationId xmlns:a16="http://schemas.microsoft.com/office/drawing/2014/main" id="{1D07F9A7-0EE4-948C-FC0E-048A4612DC6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345197" y="2896775"/>
            <a:ext cx="562221" cy="238137"/>
          </a:xfrm>
          <a:prstGeom prst="rect">
            <a:avLst/>
          </a:prstGeom>
        </p:spPr>
      </p:pic>
      <p:sp>
        <p:nvSpPr>
          <p:cNvPr id="36" name="Milestone Placeholder 3">
            <a:extLst>
              <a:ext uri="{FF2B5EF4-FFF2-40B4-BE49-F238E27FC236}">
                <a16:creationId xmlns:a16="http://schemas.microsoft.com/office/drawing/2014/main" id="{2BEF283F-0FF1-E9FE-4191-2E9D26CAE899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6862789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7DD111AA-4096-9ED2-AC73-0888FE4D899F}"/>
              </a:ext>
            </a:extLst>
          </p:cNvPr>
          <p:cNvCxnSpPr>
            <a:cxnSpLocks/>
          </p:cNvCxnSpPr>
          <p:nvPr userDrawn="1"/>
        </p:nvCxnSpPr>
        <p:spPr>
          <a:xfrm flipV="1">
            <a:off x="3202691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7762849-CCA8-639E-40D8-5A6F655E678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09941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B3522AA-0CF1-8CDA-E0B5-9508AC5CC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587374" y="3839439"/>
            <a:ext cx="2592000" cy="1256855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6" name="Subtitle Placeholder 1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587374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ED11787-EAAE-3B9B-32C6-0E663BDFDA6E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9012626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Subtitle Placeholder 4">
            <a:extLst>
              <a:ext uri="{FF2B5EF4-FFF2-40B4-BE49-F238E27FC236}">
                <a16:creationId xmlns:a16="http://schemas.microsoft.com/office/drawing/2014/main" id="{92CD3072-51D0-544D-F548-5CB43A15A25A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1"/>
            </p:custDataLst>
          </p:nvPr>
        </p:nvSpPr>
        <p:spPr>
          <a:xfrm>
            <a:off x="9012626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E970911-90F4-DAD0-6A6B-5DBF9F77D447}"/>
              </a:ext>
            </a:extLst>
          </p:cNvPr>
          <p:cNvSpPr/>
          <p:nvPr userDrawn="1"/>
        </p:nvSpPr>
        <p:spPr>
          <a:xfrm>
            <a:off x="9012626" y="2581157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D468C74F-25B8-AA67-BF15-591D4151F8BE}"/>
              </a:ext>
            </a:extLst>
          </p:cNvPr>
          <p:cNvSpPr/>
          <p:nvPr userDrawn="1"/>
        </p:nvSpPr>
        <p:spPr>
          <a:xfrm>
            <a:off x="9225161" y="279810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7" name="Рисунок 36" descr="Стрелка вниз со сплошной заливкой">
            <a:extLst>
              <a:ext uri="{FF2B5EF4-FFF2-40B4-BE49-F238E27FC236}">
                <a16:creationId xmlns:a16="http://schemas.microsoft.com/office/drawing/2014/main" id="{ACB3F1F5-94EC-10DA-0170-AEA7BF0DD3D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 rot="16200000">
            <a:off x="9141866" y="2895041"/>
            <a:ext cx="562221" cy="238137"/>
          </a:xfrm>
          <a:prstGeom prst="rect">
            <a:avLst/>
          </a:prstGeom>
        </p:spPr>
      </p:pic>
      <p:sp>
        <p:nvSpPr>
          <p:cNvPr id="38" name="Milestone Placeholder 4">
            <a:extLst>
              <a:ext uri="{FF2B5EF4-FFF2-40B4-BE49-F238E27FC236}">
                <a16:creationId xmlns:a16="http://schemas.microsoft.com/office/drawing/2014/main" id="{6D2247FB-21D5-65B0-4709-7692092CC73D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2"/>
            </p:custDataLst>
          </p:nvPr>
        </p:nvSpPr>
        <p:spPr>
          <a:xfrm>
            <a:off x="9680478" y="2706333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309BFA7-39B3-BFF5-157B-9D917125E031}"/>
              </a:ext>
            </a:extLst>
          </p:cNvPr>
          <p:cNvCxnSpPr>
            <a:cxnSpLocks/>
          </p:cNvCxnSpPr>
          <p:nvPr userDrawn="1"/>
        </p:nvCxnSpPr>
        <p:spPr>
          <a:xfrm flipV="1">
            <a:off x="8805751" y="3014109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75FB3DE-0A95-9A2F-8B09-BEB52017C55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56739974-8885-452C-8931-F6136771AD19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672EF6ED-D4E2-B5B7-15FF-DAC1C85F3B3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92ABC65C-2F2C-802B-D986-84069D3C9B86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453E70F-DFE6-DE39-DE79-26893DEAA24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028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A451C37-D958-750B-4B3C-2B11B4FAF034}"/>
              </a:ext>
            </a:extLst>
          </p:cNvPr>
          <p:cNvSpPr/>
          <p:nvPr userDrawn="1"/>
        </p:nvSpPr>
        <p:spPr>
          <a:xfrm>
            <a:off x="587374" y="3213884"/>
            <a:ext cx="2016000" cy="3059916"/>
          </a:xfrm>
          <a:prstGeom prst="roundRect">
            <a:avLst>
              <a:gd name="adj" fmla="val 143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706ACC6-04C7-13B8-08BB-E31977982961}"/>
              </a:ext>
            </a:extLst>
          </p:cNvPr>
          <p:cNvSpPr/>
          <p:nvPr userDrawn="1"/>
        </p:nvSpPr>
        <p:spPr>
          <a:xfrm>
            <a:off x="2839782" y="3213868"/>
            <a:ext cx="2016000" cy="3059647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EA0A164-56C3-3A3B-E54C-2629184282B0}"/>
              </a:ext>
            </a:extLst>
          </p:cNvPr>
          <p:cNvSpPr/>
          <p:nvPr userDrawn="1"/>
        </p:nvSpPr>
        <p:spPr>
          <a:xfrm>
            <a:off x="5092190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7BD5C46-56C1-95F6-04C5-207F20B9199A}"/>
              </a:ext>
            </a:extLst>
          </p:cNvPr>
          <p:cNvSpPr/>
          <p:nvPr userDrawn="1"/>
        </p:nvSpPr>
        <p:spPr>
          <a:xfrm>
            <a:off x="7344598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Milestone Placeholder 1">
            <a:extLst>
              <a:ext uri="{FF2B5EF4-FFF2-40B4-BE49-F238E27FC236}">
                <a16:creationId xmlns:a16="http://schemas.microsoft.com/office/drawing/2014/main" id="{712831E2-BC7A-C346-AE12-39D98FBDEC6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635032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9D90EE-F6D0-66F3-D441-CE4345A05C45}"/>
              </a:ext>
            </a:extLst>
          </p:cNvPr>
          <p:cNvSpPr/>
          <p:nvPr userDrawn="1"/>
        </p:nvSpPr>
        <p:spPr>
          <a:xfrm>
            <a:off x="2839782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2"/>
            </p:custDataLst>
          </p:nvPr>
        </p:nvSpPr>
        <p:spPr>
          <a:xfrm>
            <a:off x="2839782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2839782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DB04A-177E-E5B8-8E5A-4CB11CF28556}"/>
              </a:ext>
            </a:extLst>
          </p:cNvPr>
          <p:cNvSpPr/>
          <p:nvPr userDrawn="1"/>
        </p:nvSpPr>
        <p:spPr>
          <a:xfrm>
            <a:off x="5092190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4"/>
            </p:custDataLst>
          </p:nvPr>
        </p:nvSpPr>
        <p:spPr>
          <a:xfrm>
            <a:off x="5092190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Subtitle Placeholder 3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5"/>
            </p:custDataLst>
          </p:nvPr>
        </p:nvSpPr>
        <p:spPr>
          <a:xfrm>
            <a:off x="5092190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7DD111AA-4096-9ED2-AC73-0888FE4D899F}"/>
              </a:ext>
            </a:extLst>
          </p:cNvPr>
          <p:cNvCxnSpPr>
            <a:cxnSpLocks/>
          </p:cNvCxnSpPr>
          <p:nvPr userDrawn="1"/>
        </p:nvCxnSpPr>
        <p:spPr>
          <a:xfrm flipV="1">
            <a:off x="2613578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7762849-CCA8-639E-40D8-5A6F655E6789}"/>
              </a:ext>
            </a:extLst>
          </p:cNvPr>
          <p:cNvCxnSpPr>
            <a:cxnSpLocks/>
          </p:cNvCxnSpPr>
          <p:nvPr userDrawn="1"/>
        </p:nvCxnSpPr>
        <p:spPr>
          <a:xfrm flipV="1">
            <a:off x="4865986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B3522AA-0CF1-8CDA-E0B5-9508AC5CC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6"/>
            </p:custDataLst>
          </p:nvPr>
        </p:nvSpPr>
        <p:spPr>
          <a:xfrm>
            <a:off x="587374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6" name="Subtitle Placeholder 1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7"/>
            </p:custDataLst>
          </p:nvPr>
        </p:nvSpPr>
        <p:spPr>
          <a:xfrm>
            <a:off x="587374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ED11787-EAAE-3B9B-32C6-0E663BDFDA6E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8"/>
            </p:custDataLst>
          </p:nvPr>
        </p:nvSpPr>
        <p:spPr>
          <a:xfrm>
            <a:off x="7344598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Subtitle Placeholder 4">
            <a:extLst>
              <a:ext uri="{FF2B5EF4-FFF2-40B4-BE49-F238E27FC236}">
                <a16:creationId xmlns:a16="http://schemas.microsoft.com/office/drawing/2014/main" id="{92CD3072-51D0-544D-F548-5CB43A15A25A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7344598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E970911-90F4-DAD0-6A6B-5DBF9F77D447}"/>
              </a:ext>
            </a:extLst>
          </p:cNvPr>
          <p:cNvSpPr/>
          <p:nvPr userDrawn="1"/>
        </p:nvSpPr>
        <p:spPr>
          <a:xfrm>
            <a:off x="7344598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309BFA7-39B3-BFF5-157B-9D917125E031}"/>
              </a:ext>
            </a:extLst>
          </p:cNvPr>
          <p:cNvCxnSpPr>
            <a:cxnSpLocks/>
          </p:cNvCxnSpPr>
          <p:nvPr userDrawn="1"/>
        </p:nvCxnSpPr>
        <p:spPr>
          <a:xfrm flipV="1">
            <a:off x="7118394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C1A8C69-4101-B580-BEE3-6F92CDD5D0EB}"/>
              </a:ext>
            </a:extLst>
          </p:cNvPr>
          <p:cNvSpPr/>
          <p:nvPr userDrawn="1"/>
        </p:nvSpPr>
        <p:spPr>
          <a:xfrm>
            <a:off x="9597006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89922CE-A819-20EC-8A42-05FC2EDBB788}"/>
              </a:ext>
            </a:extLst>
          </p:cNvPr>
          <p:cNvCxnSpPr>
            <a:cxnSpLocks/>
          </p:cNvCxnSpPr>
          <p:nvPr userDrawn="1"/>
        </p:nvCxnSpPr>
        <p:spPr>
          <a:xfrm flipV="1">
            <a:off x="9370802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Milestone Placeholder 2">
            <a:extLst>
              <a:ext uri="{FF2B5EF4-FFF2-40B4-BE49-F238E27FC236}">
                <a16:creationId xmlns:a16="http://schemas.microsoft.com/office/drawing/2014/main" id="{D1B78CFF-2AEB-3BD7-9F89-4529BFD2530A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0"/>
            </p:custDataLst>
          </p:nvPr>
        </p:nvSpPr>
        <p:spPr>
          <a:xfrm>
            <a:off x="2887440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Milestone Placeholder 3">
            <a:extLst>
              <a:ext uri="{FF2B5EF4-FFF2-40B4-BE49-F238E27FC236}">
                <a16:creationId xmlns:a16="http://schemas.microsoft.com/office/drawing/2014/main" id="{00D91BDB-D382-1CB8-32A6-72F69E54381F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1"/>
            </p:custDataLst>
          </p:nvPr>
        </p:nvSpPr>
        <p:spPr>
          <a:xfrm>
            <a:off x="5113613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4" name="Milestone Placeholder 4">
            <a:extLst>
              <a:ext uri="{FF2B5EF4-FFF2-40B4-BE49-F238E27FC236}">
                <a16:creationId xmlns:a16="http://schemas.microsoft.com/office/drawing/2014/main" id="{9E3DA347-84DF-CB5E-770D-FEEC8313A018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2"/>
            </p:custDataLst>
          </p:nvPr>
        </p:nvSpPr>
        <p:spPr>
          <a:xfrm>
            <a:off x="7392256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5" name="Milestone Placeholder 5">
            <a:extLst>
              <a:ext uri="{FF2B5EF4-FFF2-40B4-BE49-F238E27FC236}">
                <a16:creationId xmlns:a16="http://schemas.microsoft.com/office/drawing/2014/main" id="{B9B302C0-8874-CE8E-4750-B5BF787B5796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9644664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78AC21A-D626-1C58-C939-110186E009B9}"/>
              </a:ext>
            </a:extLst>
          </p:cNvPr>
          <p:cNvSpPr/>
          <p:nvPr userDrawn="1"/>
        </p:nvSpPr>
        <p:spPr>
          <a:xfrm>
            <a:off x="9597006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11316F0F-7C0E-DAD1-72C4-079BE6D9384C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9597006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1" name="Subtitle Placeholder 5">
            <a:extLst>
              <a:ext uri="{FF2B5EF4-FFF2-40B4-BE49-F238E27FC236}">
                <a16:creationId xmlns:a16="http://schemas.microsoft.com/office/drawing/2014/main" id="{46315B6F-F2A5-E5F5-B51E-0F80C16D3CA4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9597006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6560AC-8983-4A80-8CB4-32832B7A7E3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8A6E1B3A-7870-E08C-C845-A09D8E96C60A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7A208CA6-0D7F-B2E9-7C97-101FA36A7B6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9FD348A-81FD-3253-F1B0-774FA29BB2F4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32ED264-97AE-563A-B9CF-670F759E43A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7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Free Badge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227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0172E97-6786-F94F-0805-4F68A10F8F8B}"/>
              </a:ext>
            </a:extLst>
          </p:cNvPr>
          <p:cNvSpPr/>
          <p:nvPr userDrawn="1"/>
        </p:nvSpPr>
        <p:spPr>
          <a:xfrm>
            <a:off x="58737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Milestone Placeholder 1">
            <a:extLst>
              <a:ext uri="{FF2B5EF4-FFF2-40B4-BE49-F238E27FC236}">
                <a16:creationId xmlns:a16="http://schemas.microsoft.com/office/drawing/2014/main" id="{099A8E1D-94E0-A9BB-A906-8C9B77800C29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58737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0D4A6F7-1158-5213-3ACE-26192FD7766C}"/>
              </a:ext>
            </a:extLst>
          </p:cNvPr>
          <p:cNvSpPr/>
          <p:nvPr userDrawn="1"/>
        </p:nvSpPr>
        <p:spPr>
          <a:xfrm>
            <a:off x="245890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808A7A3-F965-A338-3EEA-DED57B546C48}"/>
              </a:ext>
            </a:extLst>
          </p:cNvPr>
          <p:cNvSpPr/>
          <p:nvPr userDrawn="1"/>
        </p:nvSpPr>
        <p:spPr>
          <a:xfrm>
            <a:off x="433043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B890356-F438-AE8A-349A-29C2D6637CAD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493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0E0EDCD-F7B7-7B7D-0DF0-9A2E9E350CF6}"/>
              </a:ext>
            </a:extLst>
          </p:cNvPr>
          <p:cNvCxnSpPr>
            <a:cxnSpLocks/>
          </p:cNvCxnSpPr>
          <p:nvPr userDrawn="1"/>
        </p:nvCxnSpPr>
        <p:spPr>
          <a:xfrm flipV="1">
            <a:off x="411646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D6B5192-FD8E-B378-898E-5A6AB37806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DC2C629-08DD-CA62-7D0B-C4E36312ED77}"/>
              </a:ext>
            </a:extLst>
          </p:cNvPr>
          <p:cNvSpPr/>
          <p:nvPr userDrawn="1"/>
        </p:nvSpPr>
        <p:spPr>
          <a:xfrm>
            <a:off x="620196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E7DF794-C449-A959-55C0-D4A9F45BE959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799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D5E8191-D317-55D5-A28B-FE3B8614C3F1}"/>
              </a:ext>
            </a:extLst>
          </p:cNvPr>
          <p:cNvSpPr/>
          <p:nvPr userDrawn="1"/>
        </p:nvSpPr>
        <p:spPr>
          <a:xfrm>
            <a:off x="807349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A6BCFFD0-93FA-07CE-5AB5-B88B0D6041BA}"/>
              </a:ext>
            </a:extLst>
          </p:cNvPr>
          <p:cNvCxnSpPr>
            <a:cxnSpLocks/>
          </p:cNvCxnSpPr>
          <p:nvPr userDrawn="1"/>
        </p:nvCxnSpPr>
        <p:spPr>
          <a:xfrm flipV="1">
            <a:off x="973105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ilestone Placeholder 2">
            <a:extLst>
              <a:ext uri="{FF2B5EF4-FFF2-40B4-BE49-F238E27FC236}">
                <a16:creationId xmlns:a16="http://schemas.microsoft.com/office/drawing/2014/main" id="{C7A194E5-266F-1A73-E0FF-28597617933D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2"/>
            </p:custDataLst>
          </p:nvPr>
        </p:nvSpPr>
        <p:spPr>
          <a:xfrm>
            <a:off x="245890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9" name="Milestone Placeholder 3">
            <a:extLst>
              <a:ext uri="{FF2B5EF4-FFF2-40B4-BE49-F238E27FC236}">
                <a16:creationId xmlns:a16="http://schemas.microsoft.com/office/drawing/2014/main" id="{27DECCCD-E983-94E1-A00D-E725CFA43017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3"/>
            </p:custDataLst>
          </p:nvPr>
        </p:nvSpPr>
        <p:spPr>
          <a:xfrm>
            <a:off x="433043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0" name="Milestone Placeholder 4">
            <a:extLst>
              <a:ext uri="{FF2B5EF4-FFF2-40B4-BE49-F238E27FC236}">
                <a16:creationId xmlns:a16="http://schemas.microsoft.com/office/drawing/2014/main" id="{E3B8C048-A5B0-41A5-62DA-3A3F0540781D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4"/>
            </p:custDataLst>
          </p:nvPr>
        </p:nvSpPr>
        <p:spPr>
          <a:xfrm>
            <a:off x="620196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1" name="Milestone Placeholder 5">
            <a:extLst>
              <a:ext uri="{FF2B5EF4-FFF2-40B4-BE49-F238E27FC236}">
                <a16:creationId xmlns:a16="http://schemas.microsoft.com/office/drawing/2014/main" id="{92121FB3-4B39-D368-A1B1-EBE4EAFFA60A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5"/>
            </p:custDataLst>
          </p:nvPr>
        </p:nvSpPr>
        <p:spPr>
          <a:xfrm>
            <a:off x="807349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93FE398-6A48-79F0-F6EA-6EE0B07863E9}"/>
              </a:ext>
            </a:extLst>
          </p:cNvPr>
          <p:cNvSpPr/>
          <p:nvPr userDrawn="1"/>
        </p:nvSpPr>
        <p:spPr>
          <a:xfrm>
            <a:off x="994502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7578781-D078-F1FE-D99F-99F2FA482375}"/>
              </a:ext>
            </a:extLst>
          </p:cNvPr>
          <p:cNvCxnSpPr>
            <a:cxnSpLocks/>
          </p:cNvCxnSpPr>
          <p:nvPr userDrawn="1"/>
        </p:nvCxnSpPr>
        <p:spPr>
          <a:xfrm flipV="1">
            <a:off x="785952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ilestone Placeholder 6">
            <a:extLst>
              <a:ext uri="{FF2B5EF4-FFF2-40B4-BE49-F238E27FC236}">
                <a16:creationId xmlns:a16="http://schemas.microsoft.com/office/drawing/2014/main" id="{ABAEFCC8-E37A-D208-98A9-5CDE6D82423E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6"/>
            </p:custDataLst>
          </p:nvPr>
        </p:nvSpPr>
        <p:spPr>
          <a:xfrm>
            <a:off x="994502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10AB0114-639C-5B5C-B9A3-F2015D1FCF8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587374" y="4795665"/>
            <a:ext cx="1659600" cy="1454244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30" name="Subtitle Placeholder">
            <a:extLst>
              <a:ext uri="{FF2B5EF4-FFF2-40B4-BE49-F238E27FC236}">
                <a16:creationId xmlns:a16="http://schemas.microsoft.com/office/drawing/2014/main" id="{555C39AA-2FF5-EF12-1560-CFD57041F641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58737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2" name="Text Placeholder">
            <a:extLst>
              <a:ext uri="{FF2B5EF4-FFF2-40B4-BE49-F238E27FC236}">
                <a16:creationId xmlns:a16="http://schemas.microsoft.com/office/drawing/2014/main" id="{B2B90625-0964-DE8F-C7B9-068EF59440A0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9"/>
            </p:custDataLst>
          </p:nvPr>
        </p:nvSpPr>
        <p:spPr>
          <a:xfrm>
            <a:off x="245890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33" name="Subtitle Placeholder">
            <a:extLst>
              <a:ext uri="{FF2B5EF4-FFF2-40B4-BE49-F238E27FC236}">
                <a16:creationId xmlns:a16="http://schemas.microsoft.com/office/drawing/2014/main" id="{D2B23425-93A6-9FEE-FABD-74FC3D7D5A4E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0"/>
            </p:custDataLst>
          </p:nvPr>
        </p:nvSpPr>
        <p:spPr>
          <a:xfrm>
            <a:off x="245890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179E511E-9448-1CC4-975A-3D843D4E67C5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1"/>
            </p:custDataLst>
          </p:nvPr>
        </p:nvSpPr>
        <p:spPr>
          <a:xfrm>
            <a:off x="433043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35" name="Subtitle Placeholder">
            <a:extLst>
              <a:ext uri="{FF2B5EF4-FFF2-40B4-BE49-F238E27FC236}">
                <a16:creationId xmlns:a16="http://schemas.microsoft.com/office/drawing/2014/main" id="{EE58298D-4828-E0D7-71BF-3651DE581ED4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2"/>
            </p:custDataLst>
          </p:nvPr>
        </p:nvSpPr>
        <p:spPr>
          <a:xfrm>
            <a:off x="433043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Text Placeholder">
            <a:extLst>
              <a:ext uri="{FF2B5EF4-FFF2-40B4-BE49-F238E27FC236}">
                <a16:creationId xmlns:a16="http://schemas.microsoft.com/office/drawing/2014/main" id="{F8D007FB-B99C-D006-2A2E-B37EE25E6739}"/>
              </a:ext>
            </a:extLst>
          </p:cNvPr>
          <p:cNvSpPr>
            <a:spLocks noGrp="1"/>
          </p:cNvSpPr>
          <p:nvPr>
            <p:ph type="body" idx="57" hasCustomPrompt="1"/>
            <p:custDataLst>
              <p:tags r:id="rId13"/>
            </p:custDataLst>
          </p:nvPr>
        </p:nvSpPr>
        <p:spPr>
          <a:xfrm>
            <a:off x="620196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688C91FF-BD8B-D44D-C806-29CC4B0B745D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4"/>
            </p:custDataLst>
          </p:nvPr>
        </p:nvSpPr>
        <p:spPr>
          <a:xfrm>
            <a:off x="620196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C5E72114-DCBB-223A-8610-457EA17421F1}"/>
              </a:ext>
            </a:extLst>
          </p:cNvPr>
          <p:cNvSpPr>
            <a:spLocks noGrp="1"/>
          </p:cNvSpPr>
          <p:nvPr>
            <p:ph type="body" idx="59" hasCustomPrompt="1"/>
            <p:custDataLst>
              <p:tags r:id="rId15"/>
            </p:custDataLst>
          </p:nvPr>
        </p:nvSpPr>
        <p:spPr>
          <a:xfrm>
            <a:off x="807349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39" name="Subtitle Placeholder">
            <a:extLst>
              <a:ext uri="{FF2B5EF4-FFF2-40B4-BE49-F238E27FC236}">
                <a16:creationId xmlns:a16="http://schemas.microsoft.com/office/drawing/2014/main" id="{091B2B8F-1A0C-5B68-697A-886333E6FC98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6"/>
            </p:custDataLst>
          </p:nvPr>
        </p:nvSpPr>
        <p:spPr>
          <a:xfrm>
            <a:off x="807349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917D001C-F469-9F7A-853C-2FAB5EA999B3}"/>
              </a:ext>
            </a:extLst>
          </p:cNvPr>
          <p:cNvSpPr>
            <a:spLocks noGrp="1"/>
          </p:cNvSpPr>
          <p:nvPr>
            <p:ph type="body" idx="61" hasCustomPrompt="1"/>
            <p:custDataLst>
              <p:tags r:id="rId17"/>
            </p:custDataLst>
          </p:nvPr>
        </p:nvSpPr>
        <p:spPr>
          <a:xfrm>
            <a:off x="994502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41" name="Subtitle Placeholder">
            <a:extLst>
              <a:ext uri="{FF2B5EF4-FFF2-40B4-BE49-F238E27FC236}">
                <a16:creationId xmlns:a16="http://schemas.microsoft.com/office/drawing/2014/main" id="{BAF628F3-99ED-2C1F-610C-E16E79AAE5C9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18"/>
            </p:custDataLst>
          </p:nvPr>
        </p:nvSpPr>
        <p:spPr>
          <a:xfrm>
            <a:off x="994502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661B6B7-D8BE-ED7A-E967-03DAFC38A0E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089A29B4-96FA-E480-BC4B-A46A40D8E473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EDBE2EB4-4A72-49ED-BDFA-2EA550CE30E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6FE727FD-E415-2AA1-8BC1-01DEF85CF718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21C698E-4D82-69C8-C174-D2845A5FA8C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91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E363D5A-8487-C1EA-EFC3-BB1756FFA87C}"/>
              </a:ext>
            </a:extLst>
          </p:cNvPr>
          <p:cNvSpPr/>
          <p:nvPr userDrawn="1"/>
        </p:nvSpPr>
        <p:spPr>
          <a:xfrm>
            <a:off x="587374" y="3911326"/>
            <a:ext cx="3529014" cy="2362676"/>
          </a:xfrm>
          <a:prstGeom prst="roundRect">
            <a:avLst>
              <a:gd name="adj" fmla="val 193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524451F-A9B0-842E-4E6E-5B23BED0249C}"/>
              </a:ext>
            </a:extLst>
          </p:cNvPr>
          <p:cNvSpPr/>
          <p:nvPr userDrawn="1"/>
        </p:nvSpPr>
        <p:spPr>
          <a:xfrm>
            <a:off x="4332389" y="3913744"/>
            <a:ext cx="3529014" cy="2360056"/>
          </a:xfrm>
          <a:prstGeom prst="roundRect">
            <a:avLst>
              <a:gd name="adj" fmla="val 1936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0925186-EA6A-BE86-E801-12A1C3190C41}"/>
              </a:ext>
            </a:extLst>
          </p:cNvPr>
          <p:cNvSpPr/>
          <p:nvPr userDrawn="1"/>
        </p:nvSpPr>
        <p:spPr>
          <a:xfrm>
            <a:off x="8075614" y="3913744"/>
            <a:ext cx="3529014" cy="2360056"/>
          </a:xfrm>
          <a:prstGeom prst="roundRect">
            <a:avLst>
              <a:gd name="adj" fmla="val 20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304542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6200000">
            <a:off x="741099" y="3142354"/>
            <a:ext cx="562221" cy="238137"/>
          </a:xfrm>
          <a:prstGeom prst="rect">
            <a:avLst/>
          </a:prstGeom>
        </p:spPr>
      </p:pic>
      <p:sp>
        <p:nvSpPr>
          <p:cNvPr id="5" name="Milestone Placeholder 1">
            <a:extLst>
              <a:ext uri="{FF2B5EF4-FFF2-40B4-BE49-F238E27FC236}">
                <a16:creationId xmlns:a16="http://schemas.microsoft.com/office/drawing/2014/main" id="{712831E2-BC7A-C346-AE12-39D98FBDEC6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1258690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9D90EE-F6D0-66F3-D441-CE4345A05C45}"/>
              </a:ext>
            </a:extLst>
          </p:cNvPr>
          <p:cNvSpPr/>
          <p:nvPr userDrawn="1"/>
        </p:nvSpPr>
        <p:spPr>
          <a:xfrm>
            <a:off x="4341349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282BD834-C74E-5456-01FE-1E79096F6BAB}"/>
              </a:ext>
            </a:extLst>
          </p:cNvPr>
          <p:cNvSpPr/>
          <p:nvPr userDrawn="1"/>
        </p:nvSpPr>
        <p:spPr>
          <a:xfrm>
            <a:off x="4557349" y="304542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2"/>
            </p:custDataLst>
          </p:nvPr>
        </p:nvSpPr>
        <p:spPr>
          <a:xfrm>
            <a:off x="4350310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4350310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4ED24A69-6581-30DA-E44F-5ADA0E1D28B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6200000">
            <a:off x="4495074" y="3142355"/>
            <a:ext cx="562221" cy="238137"/>
          </a:xfrm>
          <a:prstGeom prst="rect">
            <a:avLst/>
          </a:prstGeom>
        </p:spPr>
      </p:pic>
      <p:sp>
        <p:nvSpPr>
          <p:cNvPr id="15" name="Milestone Placeholder 2">
            <a:extLst>
              <a:ext uri="{FF2B5EF4-FFF2-40B4-BE49-F238E27FC236}">
                <a16:creationId xmlns:a16="http://schemas.microsoft.com/office/drawing/2014/main" id="{BB7BE81F-B869-0BE5-CD05-3DBAE3929ADD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5012665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DB04A-177E-E5B8-8E5A-4CB11CF28556}"/>
              </a:ext>
            </a:extLst>
          </p:cNvPr>
          <p:cNvSpPr/>
          <p:nvPr userDrawn="1"/>
        </p:nvSpPr>
        <p:spPr>
          <a:xfrm>
            <a:off x="8095324" y="2828471"/>
            <a:ext cx="3529014" cy="8659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B2EA2CE-8F68-C67D-4DD5-94AEAC6E47EC}"/>
              </a:ext>
            </a:extLst>
          </p:cNvPr>
          <p:cNvSpPr/>
          <p:nvPr userDrawn="1"/>
        </p:nvSpPr>
        <p:spPr>
          <a:xfrm>
            <a:off x="8311324" y="304542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104285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Subtitle Placeholder 3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8104285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35" name="Рисунок 34" descr="Стрелка вниз со сплошной заливкой">
            <a:extLst>
              <a:ext uri="{FF2B5EF4-FFF2-40B4-BE49-F238E27FC236}">
                <a16:creationId xmlns:a16="http://schemas.microsoft.com/office/drawing/2014/main" id="{1D07F9A7-0EE4-948C-FC0E-048A4612DC6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54542" b="3102"/>
          <a:stretch>
            <a:fillRect/>
          </a:stretch>
        </p:blipFill>
        <p:spPr>
          <a:xfrm rot="16200000">
            <a:off x="8249049" y="3142355"/>
            <a:ext cx="562221" cy="238137"/>
          </a:xfrm>
          <a:prstGeom prst="rect">
            <a:avLst/>
          </a:prstGeom>
        </p:spPr>
      </p:pic>
      <p:sp>
        <p:nvSpPr>
          <p:cNvPr id="36" name="Milestone Placeholder 3">
            <a:extLst>
              <a:ext uri="{FF2B5EF4-FFF2-40B4-BE49-F238E27FC236}">
                <a16:creationId xmlns:a16="http://schemas.microsoft.com/office/drawing/2014/main" id="{2BEF283F-0FF1-E9FE-4191-2E9D26CAE899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8766640" y="2953647"/>
            <a:ext cx="2847155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7DD111AA-4096-9ED2-AC73-0888FE4D899F}"/>
              </a:ext>
            </a:extLst>
          </p:cNvPr>
          <p:cNvCxnSpPr>
            <a:cxnSpLocks/>
          </p:cNvCxnSpPr>
          <p:nvPr userDrawn="1"/>
        </p:nvCxnSpPr>
        <p:spPr>
          <a:xfrm flipV="1">
            <a:off x="4125800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7762849-CCA8-639E-40D8-5A6F655E6789}"/>
              </a:ext>
            </a:extLst>
          </p:cNvPr>
          <p:cNvCxnSpPr>
            <a:cxnSpLocks/>
          </p:cNvCxnSpPr>
          <p:nvPr userDrawn="1"/>
        </p:nvCxnSpPr>
        <p:spPr>
          <a:xfrm flipV="1">
            <a:off x="7879326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B3522AA-0CF1-8CDA-E0B5-9508AC5CC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26173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587374" y="3933002"/>
            <a:ext cx="3529014" cy="1166986"/>
          </a:xfrm>
        </p:spPr>
        <p:txBody>
          <a:bodyPr lIns="216000" tIns="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6" name="Subtitle Placeholder 1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587374" y="5264457"/>
            <a:ext cx="3529014" cy="853050"/>
          </a:xfrm>
        </p:spPr>
        <p:txBody>
          <a:bodyPr wrap="square" lIns="216000" tIns="108000" rIns="216000" bIns="432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AA77DF7C-5B3A-1CDE-DFBF-9209049DC10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Ellipse">
            <a:extLst>
              <a:ext uri="{FF2B5EF4-FFF2-40B4-BE49-F238E27FC236}">
                <a16:creationId xmlns:a16="http://schemas.microsoft.com/office/drawing/2014/main" id="{B80F0B3E-1FC3-FE61-5DE8-B428EC8F934E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Ellipse">
            <a:extLst>
              <a:ext uri="{FF2B5EF4-FFF2-40B4-BE49-F238E27FC236}">
                <a16:creationId xmlns:a16="http://schemas.microsoft.com/office/drawing/2014/main" id="{1AF05581-41E6-1551-6B85-B6461246C413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C21C92EB-D5DC-845F-1B25-743DDA3418B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7207" y="1309407"/>
            <a:ext cx="11007417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5F77C85D-683B-12ED-D09E-2A02BD14463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313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A451C37-D958-750B-4B3C-2B11B4FAF034}"/>
              </a:ext>
            </a:extLst>
          </p:cNvPr>
          <p:cNvSpPr/>
          <p:nvPr userDrawn="1"/>
        </p:nvSpPr>
        <p:spPr>
          <a:xfrm>
            <a:off x="587374" y="3671164"/>
            <a:ext cx="2592389" cy="260263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706ACC6-04C7-13B8-08BB-E31977982961}"/>
              </a:ext>
            </a:extLst>
          </p:cNvPr>
          <p:cNvSpPr/>
          <p:nvPr userDrawn="1"/>
        </p:nvSpPr>
        <p:spPr>
          <a:xfrm>
            <a:off x="3403449" y="3671164"/>
            <a:ext cx="2592000" cy="260263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EA0A164-56C3-3A3B-E54C-2629184282B0}"/>
              </a:ext>
            </a:extLst>
          </p:cNvPr>
          <p:cNvSpPr/>
          <p:nvPr userDrawn="1"/>
        </p:nvSpPr>
        <p:spPr>
          <a:xfrm>
            <a:off x="6204338" y="3671164"/>
            <a:ext cx="2592000" cy="2602636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7BD5C46-56C1-95F6-04C5-207F20B9199A}"/>
              </a:ext>
            </a:extLst>
          </p:cNvPr>
          <p:cNvSpPr/>
          <p:nvPr userDrawn="1"/>
        </p:nvSpPr>
        <p:spPr>
          <a:xfrm>
            <a:off x="9012626" y="3671164"/>
            <a:ext cx="2592000" cy="2602636"/>
          </a:xfrm>
          <a:prstGeom prst="roundRect">
            <a:avLst>
              <a:gd name="adj" fmla="val 151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26CF51-714A-BC6E-7694-F2A5408B1EC9}"/>
              </a:ext>
            </a:extLst>
          </p:cNvPr>
          <p:cNvSpPr/>
          <p:nvPr userDrawn="1"/>
        </p:nvSpPr>
        <p:spPr>
          <a:xfrm>
            <a:off x="587374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E4E2D84-7B51-3838-AFB2-D38F229F4EDA}"/>
              </a:ext>
            </a:extLst>
          </p:cNvPr>
          <p:cNvSpPr/>
          <p:nvPr userDrawn="1"/>
        </p:nvSpPr>
        <p:spPr>
          <a:xfrm>
            <a:off x="803374" y="27998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pic>
        <p:nvPicPr>
          <p:cNvPr id="27" name="Рисунок 26" descr="Стрелка вниз со сплошной заливкой">
            <a:extLst>
              <a:ext uri="{FF2B5EF4-FFF2-40B4-BE49-F238E27FC236}">
                <a16:creationId xmlns:a16="http://schemas.microsoft.com/office/drawing/2014/main" id="{6A012EAF-0A89-01C6-11A7-77BC029D583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741099" y="2896774"/>
            <a:ext cx="562221" cy="238137"/>
          </a:xfrm>
          <a:prstGeom prst="rect">
            <a:avLst/>
          </a:prstGeom>
        </p:spPr>
      </p:pic>
      <p:sp>
        <p:nvSpPr>
          <p:cNvPr id="5" name="Milestone Placeholder 1">
            <a:extLst>
              <a:ext uri="{FF2B5EF4-FFF2-40B4-BE49-F238E27FC236}">
                <a16:creationId xmlns:a16="http://schemas.microsoft.com/office/drawing/2014/main" id="{712831E2-BC7A-C346-AE12-39D98FBDEC6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1258691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9D90EE-F6D0-66F3-D441-CE4345A05C45}"/>
              </a:ext>
            </a:extLst>
          </p:cNvPr>
          <p:cNvSpPr/>
          <p:nvPr userDrawn="1"/>
        </p:nvSpPr>
        <p:spPr>
          <a:xfrm>
            <a:off x="3403449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282BD834-C74E-5456-01FE-1E79096F6BAB}"/>
              </a:ext>
            </a:extLst>
          </p:cNvPr>
          <p:cNvSpPr/>
          <p:nvPr userDrawn="1"/>
        </p:nvSpPr>
        <p:spPr>
          <a:xfrm>
            <a:off x="3619449" y="27998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2"/>
            </p:custDataLst>
          </p:nvPr>
        </p:nvSpPr>
        <p:spPr>
          <a:xfrm>
            <a:off x="3390970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Subtitle Placeholder 2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3390970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4ED24A69-6581-30DA-E44F-5ADA0E1D28B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3557174" y="2896775"/>
            <a:ext cx="562221" cy="238137"/>
          </a:xfrm>
          <a:prstGeom prst="rect">
            <a:avLst/>
          </a:prstGeom>
        </p:spPr>
      </p:pic>
      <p:sp>
        <p:nvSpPr>
          <p:cNvPr id="15" name="Milestone Placeholder 2">
            <a:extLst>
              <a:ext uri="{FF2B5EF4-FFF2-40B4-BE49-F238E27FC236}">
                <a16:creationId xmlns:a16="http://schemas.microsoft.com/office/drawing/2014/main" id="{BB7BE81F-B869-0BE5-CD05-3DBAE3929ADD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4074766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DB04A-177E-E5B8-8E5A-4CB11CF28556}"/>
              </a:ext>
            </a:extLst>
          </p:cNvPr>
          <p:cNvSpPr/>
          <p:nvPr userDrawn="1"/>
        </p:nvSpPr>
        <p:spPr>
          <a:xfrm>
            <a:off x="6204338" y="2582891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B2EA2CE-8F68-C67D-4DD5-94AEAC6E47EC}"/>
              </a:ext>
            </a:extLst>
          </p:cNvPr>
          <p:cNvSpPr/>
          <p:nvPr userDrawn="1"/>
        </p:nvSpPr>
        <p:spPr>
          <a:xfrm>
            <a:off x="6407472" y="279984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6204338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Subtitle Placeholder 3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6204338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35" name="Рисунок 34" descr="Стрелка вниз со сплошной заливкой">
            <a:extLst>
              <a:ext uri="{FF2B5EF4-FFF2-40B4-BE49-F238E27FC236}">
                <a16:creationId xmlns:a16="http://schemas.microsoft.com/office/drawing/2014/main" id="{1D07F9A7-0EE4-948C-FC0E-048A4612DC6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345197" y="2896775"/>
            <a:ext cx="562221" cy="238137"/>
          </a:xfrm>
          <a:prstGeom prst="rect">
            <a:avLst/>
          </a:prstGeom>
        </p:spPr>
      </p:pic>
      <p:sp>
        <p:nvSpPr>
          <p:cNvPr id="36" name="Milestone Placeholder 3">
            <a:extLst>
              <a:ext uri="{FF2B5EF4-FFF2-40B4-BE49-F238E27FC236}">
                <a16:creationId xmlns:a16="http://schemas.microsoft.com/office/drawing/2014/main" id="{2BEF283F-0FF1-E9FE-4191-2E9D26CAE899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7"/>
            </p:custDataLst>
          </p:nvPr>
        </p:nvSpPr>
        <p:spPr>
          <a:xfrm>
            <a:off x="6862789" y="2708067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7DD111AA-4096-9ED2-AC73-0888FE4D899F}"/>
              </a:ext>
            </a:extLst>
          </p:cNvPr>
          <p:cNvCxnSpPr>
            <a:cxnSpLocks/>
          </p:cNvCxnSpPr>
          <p:nvPr userDrawn="1"/>
        </p:nvCxnSpPr>
        <p:spPr>
          <a:xfrm flipV="1">
            <a:off x="3202691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7762849-CCA8-639E-40D8-5A6F655E678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09941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B3522AA-0CF1-8CDA-E0B5-9508AC5CC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016153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8"/>
            </p:custDataLst>
          </p:nvPr>
        </p:nvSpPr>
        <p:spPr>
          <a:xfrm>
            <a:off x="587374" y="3839439"/>
            <a:ext cx="2592000" cy="1256855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Subtitle Placeholder 1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587374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ED11787-EAAE-3B9B-32C6-0E663BDFDA6E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9012626" y="3839439"/>
            <a:ext cx="2592000" cy="12564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Subtitle Placeholder 4">
            <a:extLst>
              <a:ext uri="{FF2B5EF4-FFF2-40B4-BE49-F238E27FC236}">
                <a16:creationId xmlns:a16="http://schemas.microsoft.com/office/drawing/2014/main" id="{92CD3072-51D0-544D-F548-5CB43A15A25A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1"/>
            </p:custDataLst>
          </p:nvPr>
        </p:nvSpPr>
        <p:spPr>
          <a:xfrm>
            <a:off x="9012626" y="5118878"/>
            <a:ext cx="2592000" cy="1160827"/>
          </a:xfrm>
        </p:spPr>
        <p:txBody>
          <a:bodyPr wrap="square" lIns="216000" tIns="108000" rIns="216000" bIns="43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E970911-90F4-DAD0-6A6B-5DBF9F77D447}"/>
              </a:ext>
            </a:extLst>
          </p:cNvPr>
          <p:cNvSpPr/>
          <p:nvPr userDrawn="1"/>
        </p:nvSpPr>
        <p:spPr>
          <a:xfrm>
            <a:off x="9012626" y="2581157"/>
            <a:ext cx="2592000" cy="8659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D468C74F-25B8-AA67-BF15-591D4151F8BE}"/>
              </a:ext>
            </a:extLst>
          </p:cNvPr>
          <p:cNvSpPr/>
          <p:nvPr userDrawn="1"/>
        </p:nvSpPr>
        <p:spPr>
          <a:xfrm>
            <a:off x="9225161" y="2798109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7" name="Рисунок 36" descr="Стрелка вниз со сплошной заливкой">
            <a:extLst>
              <a:ext uri="{FF2B5EF4-FFF2-40B4-BE49-F238E27FC236}">
                <a16:creationId xmlns:a16="http://schemas.microsoft.com/office/drawing/2014/main" id="{ACB3F1F5-94EC-10DA-0170-AEA7BF0DD3D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 rot="16200000">
            <a:off x="9141866" y="2895041"/>
            <a:ext cx="562221" cy="238137"/>
          </a:xfrm>
          <a:prstGeom prst="rect">
            <a:avLst/>
          </a:prstGeom>
        </p:spPr>
      </p:pic>
      <p:sp>
        <p:nvSpPr>
          <p:cNvPr id="38" name="Milestone Placeholder 4">
            <a:extLst>
              <a:ext uri="{FF2B5EF4-FFF2-40B4-BE49-F238E27FC236}">
                <a16:creationId xmlns:a16="http://schemas.microsoft.com/office/drawing/2014/main" id="{6D2247FB-21D5-65B0-4709-7692092CC73D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2"/>
            </p:custDataLst>
          </p:nvPr>
        </p:nvSpPr>
        <p:spPr>
          <a:xfrm>
            <a:off x="9680478" y="2706333"/>
            <a:ext cx="1920684" cy="615553"/>
          </a:xfrm>
        </p:spPr>
        <p:txBody>
          <a:bodyPr lIns="72000" tIns="0" rIns="216000" bIns="0" anchor="ctr" anchorCtr="0">
            <a:noAutofit/>
          </a:bodyPr>
          <a:lstStyle>
            <a:lvl1pPr marL="0" indent="0" algn="l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309BFA7-39B3-BFF5-157B-9D917125E031}"/>
              </a:ext>
            </a:extLst>
          </p:cNvPr>
          <p:cNvCxnSpPr>
            <a:cxnSpLocks/>
          </p:cNvCxnSpPr>
          <p:nvPr userDrawn="1"/>
        </p:nvCxnSpPr>
        <p:spPr>
          <a:xfrm flipV="1">
            <a:off x="8805751" y="3014109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">
            <a:extLst>
              <a:ext uri="{FF2B5EF4-FFF2-40B4-BE49-F238E27FC236}">
                <a16:creationId xmlns:a16="http://schemas.microsoft.com/office/drawing/2014/main" id="{5B4ECE45-A017-8C6D-E0B7-B8A11025C83F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9A806AAF-6334-61C7-DD88-E85EE57FC0B7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35E6FB4B-DC5E-6B47-6682-7564880C2A48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8EB98358-4EA3-B363-4444-387DED6F9C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E128F145-E248-4FFC-CB95-FA619173ED2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17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">
            <a:extLst>
              <a:ext uri="{FF2B5EF4-FFF2-40B4-BE49-F238E27FC236}">
                <a16:creationId xmlns:a16="http://schemas.microsoft.com/office/drawing/2014/main" id="{AE85A5F7-028F-93C3-6D55-5544C7088A7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0873EBE-2CFD-357E-08F1-BF409568B08A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E68797C1-30E3-D941-C424-A205453E923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E6F50F26-D7D1-DA7A-F472-BA66BCDB6AA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18ECC8F-5B9A-613E-FB81-453725544AC0}"/>
              </a:ext>
            </a:extLst>
          </p:cNvPr>
          <p:cNvSpPr/>
          <p:nvPr userDrawn="1"/>
        </p:nvSpPr>
        <p:spPr>
          <a:xfrm>
            <a:off x="587374" y="3213884"/>
            <a:ext cx="2016000" cy="3059916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A35D81C-D43C-D288-2A4A-F2A3C5BAE49C}"/>
              </a:ext>
            </a:extLst>
          </p:cNvPr>
          <p:cNvSpPr/>
          <p:nvPr userDrawn="1"/>
        </p:nvSpPr>
        <p:spPr>
          <a:xfrm>
            <a:off x="2839782" y="3213868"/>
            <a:ext cx="2016000" cy="3059647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ADFDD86-F909-9F6A-9945-029297AC7FFE}"/>
              </a:ext>
            </a:extLst>
          </p:cNvPr>
          <p:cNvSpPr/>
          <p:nvPr userDrawn="1"/>
        </p:nvSpPr>
        <p:spPr>
          <a:xfrm>
            <a:off x="5092190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019AD19-3942-3F72-475D-6BC8E72D4ECA}"/>
              </a:ext>
            </a:extLst>
          </p:cNvPr>
          <p:cNvSpPr/>
          <p:nvPr userDrawn="1"/>
        </p:nvSpPr>
        <p:spPr>
          <a:xfrm>
            <a:off x="7344598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AA048EB-CE1D-5811-500E-1FAFB26C0976}"/>
              </a:ext>
            </a:extLst>
          </p:cNvPr>
          <p:cNvSpPr/>
          <p:nvPr userDrawn="1"/>
        </p:nvSpPr>
        <p:spPr>
          <a:xfrm>
            <a:off x="587374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24" name="Milestone Placeholder 1">
            <a:extLst>
              <a:ext uri="{FF2B5EF4-FFF2-40B4-BE49-F238E27FC236}">
                <a16:creationId xmlns:a16="http://schemas.microsoft.com/office/drawing/2014/main" id="{047DD450-E285-328A-CDC4-E1B582724709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2"/>
            </p:custDataLst>
          </p:nvPr>
        </p:nvSpPr>
        <p:spPr>
          <a:xfrm>
            <a:off x="635032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88C5D456-CAF4-BFD5-8952-D75FA2996283}"/>
              </a:ext>
            </a:extLst>
          </p:cNvPr>
          <p:cNvSpPr/>
          <p:nvPr userDrawn="1"/>
        </p:nvSpPr>
        <p:spPr>
          <a:xfrm>
            <a:off x="2839782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25298523-0B58-D56C-ED17-A30DE34E654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3"/>
            </p:custDataLst>
          </p:nvPr>
        </p:nvSpPr>
        <p:spPr>
          <a:xfrm>
            <a:off x="2839782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4" name="Subtitle Placeholder 2">
            <a:extLst>
              <a:ext uri="{FF2B5EF4-FFF2-40B4-BE49-F238E27FC236}">
                <a16:creationId xmlns:a16="http://schemas.microsoft.com/office/drawing/2014/main" id="{85390B44-1578-1401-FB81-92EA5B49C485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2839782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31A100F-9DE7-665E-E97B-6C71B0DADD8A}"/>
              </a:ext>
            </a:extLst>
          </p:cNvPr>
          <p:cNvSpPr/>
          <p:nvPr userDrawn="1"/>
        </p:nvSpPr>
        <p:spPr>
          <a:xfrm>
            <a:off x="5092190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6D821D2-DDF3-A109-68BB-A245F1118DDB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5092190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7" name="Subtitle Placeholder 3">
            <a:extLst>
              <a:ext uri="{FF2B5EF4-FFF2-40B4-BE49-F238E27FC236}">
                <a16:creationId xmlns:a16="http://schemas.microsoft.com/office/drawing/2014/main" id="{68A2F60F-4834-8BFD-D168-6C050B3CCE80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6"/>
            </p:custDataLst>
          </p:nvPr>
        </p:nvSpPr>
        <p:spPr>
          <a:xfrm>
            <a:off x="5092190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388155CE-94D5-CC1A-D9D5-3604DB7AB5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13578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54727071-2789-3FA6-BC59-EFACD4ECE169}"/>
              </a:ext>
            </a:extLst>
          </p:cNvPr>
          <p:cNvCxnSpPr>
            <a:cxnSpLocks/>
          </p:cNvCxnSpPr>
          <p:nvPr userDrawn="1"/>
        </p:nvCxnSpPr>
        <p:spPr>
          <a:xfrm flipV="1">
            <a:off x="4865986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D677E2F5-F7FA-9849-2C97-80F7B042A9C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BE8DE4E5-51AE-90F3-EC99-A6E539EECEEA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587374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3" name="Subtitle Placeholder 1">
            <a:extLst>
              <a:ext uri="{FF2B5EF4-FFF2-40B4-BE49-F238E27FC236}">
                <a16:creationId xmlns:a16="http://schemas.microsoft.com/office/drawing/2014/main" id="{B6F59084-8963-FE15-E54E-C00F8FB091BD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8"/>
            </p:custDataLst>
          </p:nvPr>
        </p:nvSpPr>
        <p:spPr>
          <a:xfrm>
            <a:off x="587374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98C82415-AD65-D650-04B8-7BE1BCF9845C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9"/>
            </p:custDataLst>
          </p:nvPr>
        </p:nvSpPr>
        <p:spPr>
          <a:xfrm>
            <a:off x="7344598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5" name="Subtitle Placeholder 4">
            <a:extLst>
              <a:ext uri="{FF2B5EF4-FFF2-40B4-BE49-F238E27FC236}">
                <a16:creationId xmlns:a16="http://schemas.microsoft.com/office/drawing/2014/main" id="{CB9E83AF-9834-4B55-9D22-7BBF5669732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0"/>
            </p:custDataLst>
          </p:nvPr>
        </p:nvSpPr>
        <p:spPr>
          <a:xfrm>
            <a:off x="7344598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065CE1F3-7EBC-C22F-8633-8406DF2DA7D1}"/>
              </a:ext>
            </a:extLst>
          </p:cNvPr>
          <p:cNvSpPr/>
          <p:nvPr userDrawn="1"/>
        </p:nvSpPr>
        <p:spPr>
          <a:xfrm>
            <a:off x="7344598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D9C08971-400B-3414-5B62-A71FC37116C6}"/>
              </a:ext>
            </a:extLst>
          </p:cNvPr>
          <p:cNvCxnSpPr>
            <a:cxnSpLocks/>
          </p:cNvCxnSpPr>
          <p:nvPr userDrawn="1"/>
        </p:nvCxnSpPr>
        <p:spPr>
          <a:xfrm flipV="1">
            <a:off x="7118394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45D32B9F-D0B6-72D0-5BC7-3D18F66A28DA}"/>
              </a:ext>
            </a:extLst>
          </p:cNvPr>
          <p:cNvSpPr/>
          <p:nvPr userDrawn="1"/>
        </p:nvSpPr>
        <p:spPr>
          <a:xfrm>
            <a:off x="9597006" y="2275827"/>
            <a:ext cx="2016000" cy="72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E651C224-5EB7-4582-23F0-DD7950E35461}"/>
              </a:ext>
            </a:extLst>
          </p:cNvPr>
          <p:cNvCxnSpPr>
            <a:cxnSpLocks/>
          </p:cNvCxnSpPr>
          <p:nvPr userDrawn="1"/>
        </p:nvCxnSpPr>
        <p:spPr>
          <a:xfrm flipV="1">
            <a:off x="9370802" y="2635827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Milestone Placeholder 2">
            <a:extLst>
              <a:ext uri="{FF2B5EF4-FFF2-40B4-BE49-F238E27FC236}">
                <a16:creationId xmlns:a16="http://schemas.microsoft.com/office/drawing/2014/main" id="{974F66B7-BEE2-A657-E136-F73FC1166812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2887440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Milestone Placeholder 3">
            <a:extLst>
              <a:ext uri="{FF2B5EF4-FFF2-40B4-BE49-F238E27FC236}">
                <a16:creationId xmlns:a16="http://schemas.microsoft.com/office/drawing/2014/main" id="{0DE4414C-6905-06A9-0CDB-BFA85BEA5875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2"/>
            </p:custDataLst>
          </p:nvPr>
        </p:nvSpPr>
        <p:spPr>
          <a:xfrm>
            <a:off x="5113613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2" name="Milestone Placeholder 4">
            <a:extLst>
              <a:ext uri="{FF2B5EF4-FFF2-40B4-BE49-F238E27FC236}">
                <a16:creationId xmlns:a16="http://schemas.microsoft.com/office/drawing/2014/main" id="{D596F846-ACE4-2C30-AC29-31A2C78C3652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3"/>
            </p:custDataLst>
          </p:nvPr>
        </p:nvSpPr>
        <p:spPr>
          <a:xfrm>
            <a:off x="7392256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Milestone Placeholder 5">
            <a:extLst>
              <a:ext uri="{FF2B5EF4-FFF2-40B4-BE49-F238E27FC236}">
                <a16:creationId xmlns:a16="http://schemas.microsoft.com/office/drawing/2014/main" id="{A95F2E75-8A36-E01F-9FD2-F73D1DC03AC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4"/>
            </p:custDataLst>
          </p:nvPr>
        </p:nvSpPr>
        <p:spPr>
          <a:xfrm>
            <a:off x="9644664" y="2328050"/>
            <a:ext cx="1920684" cy="615553"/>
          </a:xfrm>
        </p:spPr>
        <p:txBody>
          <a:bodyPr lIns="216000" tIns="0" rIns="216000" bIns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40A436D7-D18E-CD23-B9D5-295F18843B16}"/>
              </a:ext>
            </a:extLst>
          </p:cNvPr>
          <p:cNvSpPr/>
          <p:nvPr userDrawn="1"/>
        </p:nvSpPr>
        <p:spPr>
          <a:xfrm>
            <a:off x="9597006" y="3213868"/>
            <a:ext cx="2016000" cy="3059647"/>
          </a:xfrm>
          <a:prstGeom prst="roundRect">
            <a:avLst>
              <a:gd name="adj" fmla="val 151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F9148CAC-B0F9-97BD-8841-94F1E24572C7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5"/>
            </p:custDataLst>
          </p:nvPr>
        </p:nvSpPr>
        <p:spPr>
          <a:xfrm>
            <a:off x="9597006" y="3266093"/>
            <a:ext cx="2016000" cy="1674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66" name="Subtitle Placeholder 5">
            <a:extLst>
              <a:ext uri="{FF2B5EF4-FFF2-40B4-BE49-F238E27FC236}">
                <a16:creationId xmlns:a16="http://schemas.microsoft.com/office/drawing/2014/main" id="{E0D0278B-FC44-11F4-0EF7-B6545D39AE1F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6"/>
            </p:custDataLst>
          </p:nvPr>
        </p:nvSpPr>
        <p:spPr>
          <a:xfrm>
            <a:off x="9597006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3FD9F5F-A7EA-1F9D-69E8-222BDB6E79D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7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81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">
            <a:extLst>
              <a:ext uri="{FF2B5EF4-FFF2-40B4-BE49-F238E27FC236}">
                <a16:creationId xmlns:a16="http://schemas.microsoft.com/office/drawing/2014/main" id="{7061ED7D-4EFD-2BC2-BD8F-7EA565F067D7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0C612F22-A2C6-47E5-893F-98D7DB629B8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49B031B5-A46E-D830-EEB9-FEC4A8BE98A5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2AE5C098-54CA-8AD7-E03C-2C0B462E80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050BCFA-AAB5-0D99-09D2-EF27CC310A59}"/>
              </a:ext>
            </a:extLst>
          </p:cNvPr>
          <p:cNvSpPr/>
          <p:nvPr userDrawn="1"/>
        </p:nvSpPr>
        <p:spPr>
          <a:xfrm>
            <a:off x="58737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23" name="Milestone Placeholder 1">
            <a:extLst>
              <a:ext uri="{FF2B5EF4-FFF2-40B4-BE49-F238E27FC236}">
                <a16:creationId xmlns:a16="http://schemas.microsoft.com/office/drawing/2014/main" id="{9AD3081D-1A46-0CC4-86E4-1DE3707C96A2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2"/>
            </p:custDataLst>
          </p:nvPr>
        </p:nvSpPr>
        <p:spPr>
          <a:xfrm>
            <a:off x="58737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A310FB8-23A4-E828-5839-22A815053935}"/>
              </a:ext>
            </a:extLst>
          </p:cNvPr>
          <p:cNvSpPr/>
          <p:nvPr userDrawn="1"/>
        </p:nvSpPr>
        <p:spPr>
          <a:xfrm>
            <a:off x="245890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A840694-A645-9EF3-6CED-A853B861B226}"/>
              </a:ext>
            </a:extLst>
          </p:cNvPr>
          <p:cNvSpPr/>
          <p:nvPr userDrawn="1"/>
        </p:nvSpPr>
        <p:spPr>
          <a:xfrm>
            <a:off x="433043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9AD8041-C375-6896-0FFB-587C2937246D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493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255E0A5E-0CAC-328A-CBF8-A60BA6E71CD6}"/>
              </a:ext>
            </a:extLst>
          </p:cNvPr>
          <p:cNvCxnSpPr>
            <a:cxnSpLocks/>
          </p:cNvCxnSpPr>
          <p:nvPr userDrawn="1"/>
        </p:nvCxnSpPr>
        <p:spPr>
          <a:xfrm flipV="1">
            <a:off x="411646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283B9AA2-3068-A59F-B407-428339DEB5A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3207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A92F0194-C2A4-4024-371D-79E7EB0106B8}"/>
              </a:ext>
            </a:extLst>
          </p:cNvPr>
          <p:cNvSpPr/>
          <p:nvPr userDrawn="1"/>
        </p:nvSpPr>
        <p:spPr>
          <a:xfrm>
            <a:off x="620196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08E4E28C-F184-64B6-9F79-ED953206C445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799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2E7EEF2-3AA3-A4B5-ABC3-94C7E7448B84}"/>
              </a:ext>
            </a:extLst>
          </p:cNvPr>
          <p:cNvSpPr/>
          <p:nvPr userDrawn="1"/>
        </p:nvSpPr>
        <p:spPr>
          <a:xfrm>
            <a:off x="807349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39194542-AFF5-1380-86CE-4562AC3852D0}"/>
              </a:ext>
            </a:extLst>
          </p:cNvPr>
          <p:cNvCxnSpPr>
            <a:cxnSpLocks/>
          </p:cNvCxnSpPr>
          <p:nvPr userDrawn="1"/>
        </p:nvCxnSpPr>
        <p:spPr>
          <a:xfrm flipV="1">
            <a:off x="973105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Milestone Placeholder 2">
            <a:extLst>
              <a:ext uri="{FF2B5EF4-FFF2-40B4-BE49-F238E27FC236}">
                <a16:creationId xmlns:a16="http://schemas.microsoft.com/office/drawing/2014/main" id="{B2A2F2EB-AE37-62D6-6C71-CAFB700C9F8E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3"/>
            </p:custDataLst>
          </p:nvPr>
        </p:nvSpPr>
        <p:spPr>
          <a:xfrm>
            <a:off x="245890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Milestone Placeholder 3">
            <a:extLst>
              <a:ext uri="{FF2B5EF4-FFF2-40B4-BE49-F238E27FC236}">
                <a16:creationId xmlns:a16="http://schemas.microsoft.com/office/drawing/2014/main" id="{0559AE3B-3627-93EF-E971-A3B6127BE467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4"/>
            </p:custDataLst>
          </p:nvPr>
        </p:nvSpPr>
        <p:spPr>
          <a:xfrm>
            <a:off x="433043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Milestone Placeholder 4">
            <a:extLst>
              <a:ext uri="{FF2B5EF4-FFF2-40B4-BE49-F238E27FC236}">
                <a16:creationId xmlns:a16="http://schemas.microsoft.com/office/drawing/2014/main" id="{D2E06EBF-CD0D-59D4-C2A3-DAD5BDE7A500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5"/>
            </p:custDataLst>
          </p:nvPr>
        </p:nvSpPr>
        <p:spPr>
          <a:xfrm>
            <a:off x="620196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Milestone Placeholder 5">
            <a:extLst>
              <a:ext uri="{FF2B5EF4-FFF2-40B4-BE49-F238E27FC236}">
                <a16:creationId xmlns:a16="http://schemas.microsoft.com/office/drawing/2014/main" id="{105ED9A0-2EF5-5D93-FE7C-D4CBFC39D66A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6"/>
            </p:custDataLst>
          </p:nvPr>
        </p:nvSpPr>
        <p:spPr>
          <a:xfrm>
            <a:off x="807349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992F25A3-EE7D-0123-0822-7DB095AD1F36}"/>
              </a:ext>
            </a:extLst>
          </p:cNvPr>
          <p:cNvSpPr/>
          <p:nvPr userDrawn="1"/>
        </p:nvSpPr>
        <p:spPr>
          <a:xfrm>
            <a:off x="9945024" y="2174314"/>
            <a:ext cx="1659600" cy="165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131A1756-C098-4B1D-E082-63983E27C96E}"/>
              </a:ext>
            </a:extLst>
          </p:cNvPr>
          <p:cNvCxnSpPr>
            <a:cxnSpLocks/>
          </p:cNvCxnSpPr>
          <p:nvPr userDrawn="1"/>
        </p:nvCxnSpPr>
        <p:spPr>
          <a:xfrm flipV="1">
            <a:off x="7859529" y="3004114"/>
            <a:ext cx="216000" cy="1"/>
          </a:xfrm>
          <a:prstGeom prst="line">
            <a:avLst/>
          </a:prstGeom>
          <a:ln w="25400" cap="rnd">
            <a:solidFill>
              <a:schemeClr val="accent1"/>
            </a:solidFill>
            <a:prstDash val="sysDot"/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Milestone Placeholder 6">
            <a:extLst>
              <a:ext uri="{FF2B5EF4-FFF2-40B4-BE49-F238E27FC236}">
                <a16:creationId xmlns:a16="http://schemas.microsoft.com/office/drawing/2014/main" id="{E32E51FC-12B9-D31B-E61A-03C3A059E24F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7"/>
            </p:custDataLst>
          </p:nvPr>
        </p:nvSpPr>
        <p:spPr>
          <a:xfrm>
            <a:off x="9945024" y="2478228"/>
            <a:ext cx="1659600" cy="1051772"/>
          </a:xfrm>
        </p:spPr>
        <p:txBody>
          <a:bodyPr lIns="108000" tIns="216000" rIns="108000" bIns="21600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62CC474D-2F5E-4500-F396-93204659BE8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587374" y="4795665"/>
            <a:ext cx="1659600" cy="1454244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56" name="Subtitle Placeholder">
            <a:extLst>
              <a:ext uri="{FF2B5EF4-FFF2-40B4-BE49-F238E27FC236}">
                <a16:creationId xmlns:a16="http://schemas.microsoft.com/office/drawing/2014/main" id="{1361FA07-81D2-50B1-0192-560E128E11E1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58737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187D33D9-C649-4DA4-1736-5927E92E0A23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0"/>
            </p:custDataLst>
          </p:nvPr>
        </p:nvSpPr>
        <p:spPr>
          <a:xfrm>
            <a:off x="245890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58" name="Subtitle Placeholder">
            <a:extLst>
              <a:ext uri="{FF2B5EF4-FFF2-40B4-BE49-F238E27FC236}">
                <a16:creationId xmlns:a16="http://schemas.microsoft.com/office/drawing/2014/main" id="{FC103AE9-3554-FCFB-1052-920D26129B1C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1"/>
            </p:custDataLst>
          </p:nvPr>
        </p:nvSpPr>
        <p:spPr>
          <a:xfrm>
            <a:off x="245890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75CA65EE-0607-6E87-5216-7D2C72303548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2"/>
            </p:custDataLst>
          </p:nvPr>
        </p:nvSpPr>
        <p:spPr>
          <a:xfrm>
            <a:off x="433043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60" name="Subtitle Placeholder">
            <a:extLst>
              <a:ext uri="{FF2B5EF4-FFF2-40B4-BE49-F238E27FC236}">
                <a16:creationId xmlns:a16="http://schemas.microsoft.com/office/drawing/2014/main" id="{49186FC3-85E0-6063-05D0-290F1DDBC116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3"/>
            </p:custDataLst>
          </p:nvPr>
        </p:nvSpPr>
        <p:spPr>
          <a:xfrm>
            <a:off x="433043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1" name="Text Placeholder">
            <a:extLst>
              <a:ext uri="{FF2B5EF4-FFF2-40B4-BE49-F238E27FC236}">
                <a16:creationId xmlns:a16="http://schemas.microsoft.com/office/drawing/2014/main" id="{D889856E-3997-3571-DE15-618890E0C8D0}"/>
              </a:ext>
            </a:extLst>
          </p:cNvPr>
          <p:cNvSpPr>
            <a:spLocks noGrp="1"/>
          </p:cNvSpPr>
          <p:nvPr>
            <p:ph type="body" idx="57" hasCustomPrompt="1"/>
            <p:custDataLst>
              <p:tags r:id="rId14"/>
            </p:custDataLst>
          </p:nvPr>
        </p:nvSpPr>
        <p:spPr>
          <a:xfrm>
            <a:off x="620196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62" name="Subtitle Placeholder">
            <a:extLst>
              <a:ext uri="{FF2B5EF4-FFF2-40B4-BE49-F238E27FC236}">
                <a16:creationId xmlns:a16="http://schemas.microsoft.com/office/drawing/2014/main" id="{02807B9A-BAC0-A2D6-9582-08DE475BDC1F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5"/>
            </p:custDataLst>
          </p:nvPr>
        </p:nvSpPr>
        <p:spPr>
          <a:xfrm>
            <a:off x="620196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3" name="Text Placeholder">
            <a:extLst>
              <a:ext uri="{FF2B5EF4-FFF2-40B4-BE49-F238E27FC236}">
                <a16:creationId xmlns:a16="http://schemas.microsoft.com/office/drawing/2014/main" id="{EE17B391-9107-0D4F-BE4F-B0C291DF17D7}"/>
              </a:ext>
            </a:extLst>
          </p:cNvPr>
          <p:cNvSpPr>
            <a:spLocks noGrp="1"/>
          </p:cNvSpPr>
          <p:nvPr>
            <p:ph type="body" idx="59" hasCustomPrompt="1"/>
            <p:custDataLst>
              <p:tags r:id="rId16"/>
            </p:custDataLst>
          </p:nvPr>
        </p:nvSpPr>
        <p:spPr>
          <a:xfrm>
            <a:off x="807349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64" name="Subtitle Placeholder">
            <a:extLst>
              <a:ext uri="{FF2B5EF4-FFF2-40B4-BE49-F238E27FC236}">
                <a16:creationId xmlns:a16="http://schemas.microsoft.com/office/drawing/2014/main" id="{F1F76C10-A5A2-237F-964B-99967324117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7"/>
            </p:custDataLst>
          </p:nvPr>
        </p:nvSpPr>
        <p:spPr>
          <a:xfrm>
            <a:off x="807349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5" name="Text Placeholder">
            <a:extLst>
              <a:ext uri="{FF2B5EF4-FFF2-40B4-BE49-F238E27FC236}">
                <a16:creationId xmlns:a16="http://schemas.microsoft.com/office/drawing/2014/main" id="{D8A2B8D4-A9E4-8F05-8ABD-61AA114F0454}"/>
              </a:ext>
            </a:extLst>
          </p:cNvPr>
          <p:cNvSpPr>
            <a:spLocks noGrp="1"/>
          </p:cNvSpPr>
          <p:nvPr>
            <p:ph type="body" idx="61" hasCustomPrompt="1"/>
            <p:custDataLst>
              <p:tags r:id="rId18"/>
            </p:custDataLst>
          </p:nvPr>
        </p:nvSpPr>
        <p:spPr>
          <a:xfrm>
            <a:off x="9945024" y="4795665"/>
            <a:ext cx="1659600" cy="14544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66" name="Subtitle Placeholder">
            <a:extLst>
              <a:ext uri="{FF2B5EF4-FFF2-40B4-BE49-F238E27FC236}">
                <a16:creationId xmlns:a16="http://schemas.microsoft.com/office/drawing/2014/main" id="{4F5D5C01-B9C4-4649-6EC3-97AC57E32640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19"/>
            </p:custDataLst>
          </p:nvPr>
        </p:nvSpPr>
        <p:spPr>
          <a:xfrm>
            <a:off x="9945024" y="4033968"/>
            <a:ext cx="1659600" cy="724608"/>
          </a:xfrm>
        </p:spPr>
        <p:txBody>
          <a:bodyPr wrap="square" lIns="0" tIns="0" rIns="0" bIns="108000" anchor="ctr" anchorCtr="0">
            <a:sp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E4E209B-7831-82AE-E6C4-D2786B70BD5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421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">
            <a:extLst>
              <a:ext uri="{FF2B5EF4-FFF2-40B4-BE49-F238E27FC236}">
                <a16:creationId xmlns:a16="http://schemas.microsoft.com/office/drawing/2014/main" id="{FA6FFBB2-AAEE-B697-8BE2-EC7D0DA25477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4B38A43F-F879-D71C-2546-81B0CE4CB976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74137094-6AF8-E798-F616-901AAB5485E6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8DC13AE6-C882-5B4C-0D7D-DD9949F1DA5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5400674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1FD61A2-C306-F0EA-DC1E-B7295E76BBF9}"/>
              </a:ext>
            </a:extLst>
          </p:cNvPr>
          <p:cNvSpPr/>
          <p:nvPr userDrawn="1"/>
        </p:nvSpPr>
        <p:spPr>
          <a:xfrm>
            <a:off x="587376" y="2980135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Website Value">
            <a:extLst>
              <a:ext uri="{FF2B5EF4-FFF2-40B4-BE49-F238E27FC236}">
                <a16:creationId xmlns:a16="http://schemas.microsoft.com/office/drawing/2014/main" id="{A944C61F-D191-EDBA-EFD7-744C13F738F3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2"/>
            </p:custDataLst>
          </p:nvPr>
        </p:nvSpPr>
        <p:spPr>
          <a:xfrm>
            <a:off x="1740742" y="3846226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2" name="Website Name">
            <a:extLst>
              <a:ext uri="{FF2B5EF4-FFF2-40B4-BE49-F238E27FC236}">
                <a16:creationId xmlns:a16="http://schemas.microsoft.com/office/drawing/2014/main" id="{7F5386E2-5BFC-6348-3958-57CF82C4F658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3"/>
            </p:custDataLst>
          </p:nvPr>
        </p:nvSpPr>
        <p:spPr>
          <a:xfrm>
            <a:off x="1740742" y="2978279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8624A89-82A1-5078-E22B-9CAE2388EA7A}"/>
              </a:ext>
            </a:extLst>
          </p:cNvPr>
          <p:cNvSpPr/>
          <p:nvPr userDrawn="1"/>
        </p:nvSpPr>
        <p:spPr>
          <a:xfrm>
            <a:off x="996445" y="3388235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" name="Рисунок 13" descr="Земля контур">
            <a:extLst>
              <a:ext uri="{FF2B5EF4-FFF2-40B4-BE49-F238E27FC236}">
                <a16:creationId xmlns:a16="http://schemas.microsoft.com/office/drawing/2014/main" id="{3CA34CE9-5E4A-EA6F-41A7-0828576FB4C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122445" y="3514235"/>
            <a:ext cx="468000" cy="4680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FBD1463-F601-D547-1719-3556B5BB2D4C}"/>
              </a:ext>
            </a:extLst>
          </p:cNvPr>
          <p:cNvSpPr/>
          <p:nvPr userDrawn="1"/>
        </p:nvSpPr>
        <p:spPr>
          <a:xfrm>
            <a:off x="587376" y="4741127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Email Value">
            <a:extLst>
              <a:ext uri="{FF2B5EF4-FFF2-40B4-BE49-F238E27FC236}">
                <a16:creationId xmlns:a16="http://schemas.microsoft.com/office/drawing/2014/main" id="{98CE5624-D19C-BB18-9B63-75768E0A011D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1740742" y="5607218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mail Name">
            <a:extLst>
              <a:ext uri="{FF2B5EF4-FFF2-40B4-BE49-F238E27FC236}">
                <a16:creationId xmlns:a16="http://schemas.microsoft.com/office/drawing/2014/main" id="{CD841B09-7B3F-EE79-A417-475FB4D4674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1740742" y="4739271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87D1561-24B6-AAF0-19B1-00E04F6EA0FB}"/>
              </a:ext>
            </a:extLst>
          </p:cNvPr>
          <p:cNvSpPr/>
          <p:nvPr userDrawn="1"/>
        </p:nvSpPr>
        <p:spPr>
          <a:xfrm>
            <a:off x="996445" y="5149227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 descr="Конверт контур">
            <a:extLst>
              <a:ext uri="{FF2B5EF4-FFF2-40B4-BE49-F238E27FC236}">
                <a16:creationId xmlns:a16="http://schemas.microsoft.com/office/drawing/2014/main" id="{7B7A52C5-E785-5A86-FEDE-3B8E9E6B5D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122445" y="5275227"/>
            <a:ext cx="468000" cy="468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F13258D-1393-0B8D-0EAE-0C27FB3C2342}"/>
              </a:ext>
            </a:extLst>
          </p:cNvPr>
          <p:cNvSpPr/>
          <p:nvPr userDrawn="1"/>
        </p:nvSpPr>
        <p:spPr>
          <a:xfrm>
            <a:off x="6203950" y="2974204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Phone Value">
            <a:extLst>
              <a:ext uri="{FF2B5EF4-FFF2-40B4-BE49-F238E27FC236}">
                <a16:creationId xmlns:a16="http://schemas.microsoft.com/office/drawing/2014/main" id="{1F27C9BF-3AF0-9010-14DB-BCC8442CF7CF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57316" y="3840295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2" name="Phone Name">
            <a:extLst>
              <a:ext uri="{FF2B5EF4-FFF2-40B4-BE49-F238E27FC236}">
                <a16:creationId xmlns:a16="http://schemas.microsoft.com/office/drawing/2014/main" id="{7E0D56A7-D6FA-4FE5-DF07-170B86E2A23E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7357316" y="2972348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1DF04B4-B28A-3D5F-5136-F50C9BBBE01C}"/>
              </a:ext>
            </a:extLst>
          </p:cNvPr>
          <p:cNvSpPr/>
          <p:nvPr userDrawn="1"/>
        </p:nvSpPr>
        <p:spPr>
          <a:xfrm>
            <a:off x="6613019" y="3382304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 descr="Телефонная трубка контур">
            <a:extLst>
              <a:ext uri="{FF2B5EF4-FFF2-40B4-BE49-F238E27FC236}">
                <a16:creationId xmlns:a16="http://schemas.microsoft.com/office/drawing/2014/main" id="{411092BE-F2C4-492E-807E-54CD7155B50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739019" y="3508304"/>
            <a:ext cx="468000" cy="468000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9B13480-8BD9-164B-7166-4DDCACE787E1}"/>
              </a:ext>
            </a:extLst>
          </p:cNvPr>
          <p:cNvSpPr/>
          <p:nvPr userDrawn="1"/>
        </p:nvSpPr>
        <p:spPr>
          <a:xfrm>
            <a:off x="6203950" y="4735196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Location Value">
            <a:extLst>
              <a:ext uri="{FF2B5EF4-FFF2-40B4-BE49-F238E27FC236}">
                <a16:creationId xmlns:a16="http://schemas.microsoft.com/office/drawing/2014/main" id="{B96441D0-6A6B-B267-4C9C-F90C34452599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7357316" y="5601287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7" name="Location Name">
            <a:extLst>
              <a:ext uri="{FF2B5EF4-FFF2-40B4-BE49-F238E27FC236}">
                <a16:creationId xmlns:a16="http://schemas.microsoft.com/office/drawing/2014/main" id="{00A1D259-DF09-3917-5071-6C5EC2D06D09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9"/>
            </p:custDataLst>
          </p:nvPr>
        </p:nvSpPr>
        <p:spPr>
          <a:xfrm>
            <a:off x="7357316" y="4733340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917E3601-57B5-0B80-06EC-BB4D89B39ECA}"/>
              </a:ext>
            </a:extLst>
          </p:cNvPr>
          <p:cNvSpPr/>
          <p:nvPr userDrawn="1"/>
        </p:nvSpPr>
        <p:spPr>
          <a:xfrm>
            <a:off x="6613019" y="5143296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9" name="Рисунок 28" descr="Карта с кнопкой контур">
            <a:extLst>
              <a:ext uri="{FF2B5EF4-FFF2-40B4-BE49-F238E27FC236}">
                <a16:creationId xmlns:a16="http://schemas.microsoft.com/office/drawing/2014/main" id="{D21DF5FC-FABA-B0C4-9D02-6FF4198DBC9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739019" y="5269296"/>
            <a:ext cx="468000" cy="468000"/>
          </a:xfrm>
          <a:prstGeom prst="rect">
            <a:avLst/>
          </a:prstGeom>
        </p:spPr>
      </p:pic>
      <p:sp>
        <p:nvSpPr>
          <p:cNvPr id="30" name="Footer Placeholder">
            <a:extLst>
              <a:ext uri="{FF2B5EF4-FFF2-40B4-BE49-F238E27FC236}">
                <a16:creationId xmlns:a16="http://schemas.microsoft.com/office/drawing/2014/main" id="{FB510203-53C5-519D-FAE4-812433740E1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558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0E94688B-493D-DD92-8E3F-C4484005B3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5400674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99AC9B3-10C8-BB8C-602D-D0587DB96E60}"/>
              </a:ext>
            </a:extLst>
          </p:cNvPr>
          <p:cNvSpPr/>
          <p:nvPr userDrawn="1"/>
        </p:nvSpPr>
        <p:spPr>
          <a:xfrm>
            <a:off x="587376" y="2980135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8" name="Website Value">
            <a:extLst>
              <a:ext uri="{FF2B5EF4-FFF2-40B4-BE49-F238E27FC236}">
                <a16:creationId xmlns:a16="http://schemas.microsoft.com/office/drawing/2014/main" id="{4404323B-D186-4796-83B9-6BEE11B52205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2"/>
            </p:custDataLst>
          </p:nvPr>
        </p:nvSpPr>
        <p:spPr>
          <a:xfrm>
            <a:off x="1740742" y="3846226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Website Name">
            <a:extLst>
              <a:ext uri="{FF2B5EF4-FFF2-40B4-BE49-F238E27FC236}">
                <a16:creationId xmlns:a16="http://schemas.microsoft.com/office/drawing/2014/main" id="{DFAC40E8-FA87-FA06-FBA3-3505F20C03A9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3"/>
            </p:custDataLst>
          </p:nvPr>
        </p:nvSpPr>
        <p:spPr>
          <a:xfrm>
            <a:off x="1740742" y="2978279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7DC3515-C39E-0E4B-520F-7DB94FDCAD79}"/>
              </a:ext>
            </a:extLst>
          </p:cNvPr>
          <p:cNvSpPr/>
          <p:nvPr userDrawn="1"/>
        </p:nvSpPr>
        <p:spPr>
          <a:xfrm>
            <a:off x="996445" y="3388235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 descr="Земля контур">
            <a:extLst>
              <a:ext uri="{FF2B5EF4-FFF2-40B4-BE49-F238E27FC236}">
                <a16:creationId xmlns:a16="http://schemas.microsoft.com/office/drawing/2014/main" id="{930D8C3C-C2BF-EE1D-EA4D-910083E5E35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122445" y="3514235"/>
            <a:ext cx="468000" cy="46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5876A5D-BA22-7BF8-7C9D-A88FC224FDBC}"/>
              </a:ext>
            </a:extLst>
          </p:cNvPr>
          <p:cNvSpPr/>
          <p:nvPr userDrawn="1"/>
        </p:nvSpPr>
        <p:spPr>
          <a:xfrm>
            <a:off x="587376" y="4741127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Email Value">
            <a:extLst>
              <a:ext uri="{FF2B5EF4-FFF2-40B4-BE49-F238E27FC236}">
                <a16:creationId xmlns:a16="http://schemas.microsoft.com/office/drawing/2014/main" id="{49A6D625-006C-008A-8143-ACB879884518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1740742" y="5607218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Email Name">
            <a:extLst>
              <a:ext uri="{FF2B5EF4-FFF2-40B4-BE49-F238E27FC236}">
                <a16:creationId xmlns:a16="http://schemas.microsoft.com/office/drawing/2014/main" id="{88976281-CB5F-26B7-50D9-8C0E16D6F979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1740742" y="4739271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0CAA357E-1458-CD98-30C7-70181C1B4D10}"/>
              </a:ext>
            </a:extLst>
          </p:cNvPr>
          <p:cNvSpPr/>
          <p:nvPr userDrawn="1"/>
        </p:nvSpPr>
        <p:spPr>
          <a:xfrm>
            <a:off x="996445" y="5149227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Рисунок 15" descr="Конверт контур">
            <a:extLst>
              <a:ext uri="{FF2B5EF4-FFF2-40B4-BE49-F238E27FC236}">
                <a16:creationId xmlns:a16="http://schemas.microsoft.com/office/drawing/2014/main" id="{8168EA61-3515-488B-1938-93821474E08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122445" y="5275227"/>
            <a:ext cx="468000" cy="468000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04D05C9-5F6D-09CE-34C3-BDA73AD91DFE}"/>
              </a:ext>
            </a:extLst>
          </p:cNvPr>
          <p:cNvSpPr/>
          <p:nvPr userDrawn="1"/>
        </p:nvSpPr>
        <p:spPr>
          <a:xfrm>
            <a:off x="6203950" y="2974204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Phone Value">
            <a:extLst>
              <a:ext uri="{FF2B5EF4-FFF2-40B4-BE49-F238E27FC236}">
                <a16:creationId xmlns:a16="http://schemas.microsoft.com/office/drawing/2014/main" id="{AC845C29-C081-84F8-53EE-14FA4420830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57316" y="3840295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Phone Name">
            <a:extLst>
              <a:ext uri="{FF2B5EF4-FFF2-40B4-BE49-F238E27FC236}">
                <a16:creationId xmlns:a16="http://schemas.microsoft.com/office/drawing/2014/main" id="{DA042172-78D1-94DD-68A0-CB2D4CF08F92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7357316" y="2972348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665B39A-FB0F-83AA-C04D-580EE6B478A6}"/>
              </a:ext>
            </a:extLst>
          </p:cNvPr>
          <p:cNvSpPr/>
          <p:nvPr userDrawn="1"/>
        </p:nvSpPr>
        <p:spPr>
          <a:xfrm>
            <a:off x="6613019" y="3382304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Рисунок 20" descr="Телефонная трубка контур">
            <a:extLst>
              <a:ext uri="{FF2B5EF4-FFF2-40B4-BE49-F238E27FC236}">
                <a16:creationId xmlns:a16="http://schemas.microsoft.com/office/drawing/2014/main" id="{501CFCF2-CB7C-A09C-204F-067D1757C07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739019" y="3508304"/>
            <a:ext cx="468000" cy="468000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3868239-BC8D-9BE3-301D-15A25684DE65}"/>
              </a:ext>
            </a:extLst>
          </p:cNvPr>
          <p:cNvSpPr/>
          <p:nvPr userDrawn="1"/>
        </p:nvSpPr>
        <p:spPr>
          <a:xfrm>
            <a:off x="6203950" y="4735196"/>
            <a:ext cx="5400674" cy="1536200"/>
          </a:xfrm>
          <a:prstGeom prst="roundRect">
            <a:avLst>
              <a:gd name="adj" fmla="val 1787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Location Value">
            <a:extLst>
              <a:ext uri="{FF2B5EF4-FFF2-40B4-BE49-F238E27FC236}">
                <a16:creationId xmlns:a16="http://schemas.microsoft.com/office/drawing/2014/main" id="{9537733E-5CA0-317F-C943-F352505457C8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7357316" y="5601287"/>
            <a:ext cx="4247309" cy="643968"/>
          </a:xfrm>
        </p:spPr>
        <p:txBody>
          <a:bodyPr wrap="square" lIns="144000" tIns="0" rIns="216000" bIns="432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4" name="Location Name">
            <a:extLst>
              <a:ext uri="{FF2B5EF4-FFF2-40B4-BE49-F238E27FC236}">
                <a16:creationId xmlns:a16="http://schemas.microsoft.com/office/drawing/2014/main" id="{F08E1A57-ED95-D26C-3411-AAA10DEC2457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9"/>
            </p:custDataLst>
          </p:nvPr>
        </p:nvSpPr>
        <p:spPr>
          <a:xfrm>
            <a:off x="7357316" y="4733340"/>
            <a:ext cx="4247309" cy="853050"/>
          </a:xfrm>
        </p:spPr>
        <p:txBody>
          <a:bodyPr wrap="square" lIns="144000" tIns="432000" rIns="216000" bIns="108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FDF83F9D-C9CC-65FE-5E21-B593615B9808}"/>
              </a:ext>
            </a:extLst>
          </p:cNvPr>
          <p:cNvSpPr/>
          <p:nvPr userDrawn="1"/>
        </p:nvSpPr>
        <p:spPr>
          <a:xfrm>
            <a:off x="6613019" y="5143296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6" name="Рисунок 25" descr="Карта с кнопкой контур">
            <a:extLst>
              <a:ext uri="{FF2B5EF4-FFF2-40B4-BE49-F238E27FC236}">
                <a16:creationId xmlns:a16="http://schemas.microsoft.com/office/drawing/2014/main" id="{BAA28DDC-82B6-0468-2D9D-DE726161B42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739019" y="5269296"/>
            <a:ext cx="468000" cy="468000"/>
          </a:xfrm>
          <a:prstGeom prst="rect">
            <a:avLst/>
          </a:prstGeom>
        </p:spPr>
      </p:pic>
      <p:sp>
        <p:nvSpPr>
          <p:cNvPr id="27" name="Ellipse">
            <a:extLst>
              <a:ext uri="{FF2B5EF4-FFF2-40B4-BE49-F238E27FC236}">
                <a16:creationId xmlns:a16="http://schemas.microsoft.com/office/drawing/2014/main" id="{47480DA8-0311-D600-A998-FC51FFF83072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3A3E4588-906E-44A8-DE35-DA417FDF85C6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B6833293-D6CD-5E16-BA73-3E1F8A6B28F3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Footer Placeholder">
            <a:extLst>
              <a:ext uri="{FF2B5EF4-FFF2-40B4-BE49-F238E27FC236}">
                <a16:creationId xmlns:a16="http://schemas.microsoft.com/office/drawing/2014/main" id="{A4FA7785-FBD3-E2CD-3472-38582213D88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061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596C771-9D6A-2271-B4EC-97A223305F32}"/>
              </a:ext>
            </a:extLst>
          </p:cNvPr>
          <p:cNvSpPr/>
          <p:nvPr userDrawn="1"/>
        </p:nvSpPr>
        <p:spPr>
          <a:xfrm>
            <a:off x="587376" y="2189088"/>
            <a:ext cx="8208964" cy="2452360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46DB1D11-6333-65CA-5629-8182080EC8C5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15187" y="5645931"/>
            <a:ext cx="51728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84532CF-A476-D8D8-5C40-BD34B1036356}"/>
              </a:ext>
            </a:extLst>
          </p:cNvPr>
          <p:cNvCxnSpPr>
            <a:cxnSpLocks/>
          </p:cNvCxnSpPr>
          <p:nvPr userDrawn="1"/>
        </p:nvCxnSpPr>
        <p:spPr>
          <a:xfrm>
            <a:off x="588644" y="5645884"/>
            <a:ext cx="0" cy="6156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D3F44A23-4EA5-1DB9-8B48-499A732671B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3104213"/>
            <a:ext cx="8208964" cy="1537235"/>
          </a:xfrm>
          <a:prstGeom prst="rect">
            <a:avLst/>
          </a:prstGeom>
        </p:spPr>
        <p:txBody>
          <a:bodyPr vert="horz" wrap="square" lIns="432000" tIns="432000" rIns="432000" bIns="432000" rtlCol="0" anchor="b" anchorCtr="0">
            <a:sp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E47C43A-9388-6C35-51DB-7CCACAD686A8}"/>
              </a:ext>
            </a:extLst>
          </p:cNvPr>
          <p:cNvSpPr/>
          <p:nvPr userDrawn="1"/>
        </p:nvSpPr>
        <p:spPr>
          <a:xfrm>
            <a:off x="811139" y="240744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94F9BAF3-3580-4769-7701-1F5A5C73CF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34454" y="2504381"/>
            <a:ext cx="562221" cy="238137"/>
          </a:xfrm>
          <a:prstGeom prst="rect">
            <a:avLst/>
          </a:prstGeom>
        </p:spPr>
      </p:pic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3DB6C672-70F7-F37E-58E2-144E303FA9C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22881" y="584200"/>
            <a:ext cx="2581744" cy="5682659"/>
          </a:xfrm>
          <a:prstGeom prst="roundRect">
            <a:avLst>
              <a:gd name="adj" fmla="val 152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2D1FA36-DBB6-6EE0-F1E5-F64B26A0200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425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596C771-9D6A-2271-B4EC-97A223305F32}"/>
              </a:ext>
            </a:extLst>
          </p:cNvPr>
          <p:cNvSpPr/>
          <p:nvPr userDrawn="1"/>
        </p:nvSpPr>
        <p:spPr>
          <a:xfrm>
            <a:off x="587377" y="1957036"/>
            <a:ext cx="5400670" cy="2943927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46DB1D11-6333-65CA-5629-8182080EC8C5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815187" y="5645931"/>
            <a:ext cx="5172859" cy="615553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84532CF-A476-D8D8-5C40-BD34B1036356}"/>
              </a:ext>
            </a:extLst>
          </p:cNvPr>
          <p:cNvCxnSpPr>
            <a:cxnSpLocks/>
          </p:cNvCxnSpPr>
          <p:nvPr userDrawn="1"/>
        </p:nvCxnSpPr>
        <p:spPr>
          <a:xfrm>
            <a:off x="588644" y="5645884"/>
            <a:ext cx="0" cy="6156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D3F44A23-4EA5-1DB9-8B48-499A732671B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2698931"/>
            <a:ext cx="5400675" cy="2202032"/>
          </a:xfrm>
          <a:prstGeom prst="rect">
            <a:avLst/>
          </a:prstGeom>
        </p:spPr>
        <p:txBody>
          <a:bodyPr vert="horz" wrap="square" lIns="432000" tIns="432000" rIns="432000" bIns="432000" rtlCol="0"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E47C43A-9388-6C35-51DB-7CCACAD686A8}"/>
              </a:ext>
            </a:extLst>
          </p:cNvPr>
          <p:cNvSpPr/>
          <p:nvPr userDrawn="1"/>
        </p:nvSpPr>
        <p:spPr>
          <a:xfrm>
            <a:off x="811139" y="2175398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 descr="Стрелка вниз со сплошной заливкой">
            <a:extLst>
              <a:ext uri="{FF2B5EF4-FFF2-40B4-BE49-F238E27FC236}">
                <a16:creationId xmlns:a16="http://schemas.microsoft.com/office/drawing/2014/main" id="{94F9BAF3-3580-4769-7701-1F5A5C73CF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34454" y="2272330"/>
            <a:ext cx="562221" cy="238137"/>
          </a:xfrm>
          <a:prstGeom prst="rect">
            <a:avLst/>
          </a:prstGeom>
        </p:spPr>
      </p:pic>
      <p:sp>
        <p:nvSpPr>
          <p:cNvPr id="5" name="Рисунок 19">
            <a:extLst>
              <a:ext uri="{FF2B5EF4-FFF2-40B4-BE49-F238E27FC236}">
                <a16:creationId xmlns:a16="http://schemas.microsoft.com/office/drawing/2014/main" id="{37BCFA4B-632C-8E6C-4526-7508245EED4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14589" y="584200"/>
            <a:ext cx="5390036" cy="5682659"/>
          </a:xfrm>
          <a:prstGeom prst="roundRect">
            <a:avLst>
              <a:gd name="adj" fmla="val 761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52C7BA5C-558F-9131-AA04-0854F448B81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20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S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46DB1D11-6333-65CA-5629-8182080EC8C5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3631529" y="5658247"/>
            <a:ext cx="5164809" cy="615553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84532CF-A476-D8D8-5C40-BD34B1036356}"/>
              </a:ext>
            </a:extLst>
          </p:cNvPr>
          <p:cNvCxnSpPr>
            <a:cxnSpLocks/>
          </p:cNvCxnSpPr>
          <p:nvPr userDrawn="1"/>
        </p:nvCxnSpPr>
        <p:spPr>
          <a:xfrm>
            <a:off x="3404986" y="5658200"/>
            <a:ext cx="0" cy="61560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">
            <a:extLst>
              <a:ext uri="{FF2B5EF4-FFF2-40B4-BE49-F238E27FC236}">
                <a16:creationId xmlns:a16="http://schemas.microsoft.com/office/drawing/2014/main" id="{A2BE6F29-F259-720B-0292-124B3E1AD82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1A8039CF-4BCF-86D2-C4EE-FFF6BA46837C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8654CC54-C14F-3D9F-4D36-909C41E9AC22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EE84E95-6D3C-AE80-501B-1775DDB5F2B4}"/>
              </a:ext>
            </a:extLst>
          </p:cNvPr>
          <p:cNvSpPr/>
          <p:nvPr userDrawn="1"/>
        </p:nvSpPr>
        <p:spPr>
          <a:xfrm>
            <a:off x="3395661" y="2189088"/>
            <a:ext cx="8208964" cy="2452360"/>
          </a:xfrm>
          <a:prstGeom prst="roundRect">
            <a:avLst>
              <a:gd name="adj" fmla="val 119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2EF94149-2595-C1B0-1598-4D4C2892822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395660" y="3104213"/>
            <a:ext cx="8208964" cy="1537235"/>
          </a:xfrm>
          <a:prstGeom prst="rect">
            <a:avLst/>
          </a:prstGeom>
        </p:spPr>
        <p:txBody>
          <a:bodyPr vert="horz" wrap="square" lIns="432000" tIns="432000" rIns="432000" bIns="432000" rtlCol="0" anchor="b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52AE3F4-427A-FCD7-DB83-ABBB289B71A3}"/>
              </a:ext>
            </a:extLst>
          </p:cNvPr>
          <p:cNvSpPr/>
          <p:nvPr userDrawn="1"/>
        </p:nvSpPr>
        <p:spPr>
          <a:xfrm>
            <a:off x="3619424" y="2407449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 descr="Стрелка вниз со сплошной заливкой">
            <a:extLst>
              <a:ext uri="{FF2B5EF4-FFF2-40B4-BE49-F238E27FC236}">
                <a16:creationId xmlns:a16="http://schemas.microsoft.com/office/drawing/2014/main" id="{D5F8561D-33EF-4066-DB18-9687FA11C4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54542" b="3102"/>
          <a:stretch>
            <a:fillRect/>
          </a:stretch>
        </p:blipFill>
        <p:spPr>
          <a:xfrm rot="18900000">
            <a:off x="3542739" y="2504381"/>
            <a:ext cx="562221" cy="238137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9092AA-B974-4C2E-0C53-02E3484F263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411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4E95F1D-6562-13B9-A39C-8B75C2BDB5D0}"/>
              </a:ext>
            </a:extLst>
          </p:cNvPr>
          <p:cNvSpPr/>
          <p:nvPr userDrawn="1"/>
        </p:nvSpPr>
        <p:spPr>
          <a:xfrm>
            <a:off x="4347845" y="3028465"/>
            <a:ext cx="7256781" cy="3238394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E5C1DD2B-0616-D3E8-587C-730D5008E1C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288" y="4365364"/>
            <a:ext cx="7272338" cy="1890463"/>
          </a:xfrm>
        </p:spPr>
        <p:txBody>
          <a:bodyPr lIns="216000" tIns="0" rIns="216000" bIns="432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3211B20F-CA56-41DD-A929-118ADB587E4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2"/>
            </p:custDataLst>
          </p:nvPr>
        </p:nvSpPr>
        <p:spPr>
          <a:xfrm>
            <a:off x="4332288" y="3047917"/>
            <a:ext cx="7272338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F1AC448-93BE-1A66-9D52-06ABE471EB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47845" y="1309407"/>
            <a:ext cx="7256781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Description Placeholder">
            <a:extLst>
              <a:ext uri="{FF2B5EF4-FFF2-40B4-BE49-F238E27FC236}">
                <a16:creationId xmlns:a16="http://schemas.microsoft.com/office/drawing/2014/main" id="{40AC7FA7-C420-D243-D5A3-F0FFB60EABB7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4"/>
            </p:custDataLst>
          </p:nvPr>
        </p:nvSpPr>
        <p:spPr>
          <a:xfrm>
            <a:off x="4332288" y="3921532"/>
            <a:ext cx="7272338" cy="425859"/>
          </a:xfrm>
        </p:spPr>
        <p:txBody>
          <a:bodyPr lIns="216000" tIns="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D02754CC-F83D-81DE-5117-C4C93F40E7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2930" y="1304925"/>
            <a:ext cx="3529015" cy="4961934"/>
          </a:xfrm>
          <a:prstGeom prst="roundRect">
            <a:avLst>
              <a:gd name="adj" fmla="val 761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7E66856-6534-A574-B174-471EFED7835C}"/>
              </a:ext>
            </a:extLst>
          </p:cNvPr>
          <p:cNvSpPr/>
          <p:nvPr userDrawn="1"/>
        </p:nvSpPr>
        <p:spPr>
          <a:xfrm>
            <a:off x="10936942" y="325439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8F0DD0E5-14FB-D8FC-D470-AB35A73D4A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54542" b="3102"/>
          <a:stretch>
            <a:fillRect/>
          </a:stretch>
        </p:blipFill>
        <p:spPr>
          <a:xfrm rot="5400000">
            <a:off x="10871832" y="3351324"/>
            <a:ext cx="562221" cy="238137"/>
          </a:xfrm>
          <a:prstGeom prst="rect">
            <a:avLst/>
          </a:prstGeom>
        </p:spPr>
      </p:pic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9D6D4A55-88EB-3110-F74D-2A6F1741679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5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90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7C6227CC-1B40-7A30-FD85-4A33CFFA403A}"/>
              </a:ext>
            </a:extLst>
          </p:cNvPr>
          <p:cNvSpPr/>
          <p:nvPr userDrawn="1"/>
        </p:nvSpPr>
        <p:spPr>
          <a:xfrm>
            <a:off x="2203292" y="4615771"/>
            <a:ext cx="327660" cy="12896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Равнобедренный треугольник 32">
            <a:extLst>
              <a:ext uri="{FF2B5EF4-FFF2-40B4-BE49-F238E27FC236}">
                <a16:creationId xmlns:a16="http://schemas.microsoft.com/office/drawing/2014/main" id="{9343C139-DE3C-0C62-6803-100660CEEA2C}"/>
              </a:ext>
            </a:extLst>
          </p:cNvPr>
          <p:cNvSpPr/>
          <p:nvPr userDrawn="1"/>
        </p:nvSpPr>
        <p:spPr>
          <a:xfrm>
            <a:off x="5951433" y="4615771"/>
            <a:ext cx="327660" cy="12896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Равнобедренный треугольник 33">
            <a:extLst>
              <a:ext uri="{FF2B5EF4-FFF2-40B4-BE49-F238E27FC236}">
                <a16:creationId xmlns:a16="http://schemas.microsoft.com/office/drawing/2014/main" id="{D2360151-0DD9-7819-F134-418596FF3895}"/>
              </a:ext>
            </a:extLst>
          </p:cNvPr>
          <p:cNvSpPr/>
          <p:nvPr userDrawn="1"/>
        </p:nvSpPr>
        <p:spPr>
          <a:xfrm>
            <a:off x="9653482" y="4615771"/>
            <a:ext cx="327660" cy="12896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4E95F1D-6562-13B9-A39C-8B75C2BDB5D0}"/>
              </a:ext>
            </a:extLst>
          </p:cNvPr>
          <p:cNvSpPr/>
          <p:nvPr userDrawn="1"/>
        </p:nvSpPr>
        <p:spPr>
          <a:xfrm>
            <a:off x="602615" y="4736765"/>
            <a:ext cx="3529015" cy="1530094"/>
          </a:xfrm>
          <a:prstGeom prst="roundRect">
            <a:avLst>
              <a:gd name="adj" fmla="val 2446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3211B20F-CA56-41DD-A929-118ADB587E4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1"/>
            </p:custDataLst>
          </p:nvPr>
        </p:nvSpPr>
        <p:spPr>
          <a:xfrm>
            <a:off x="602615" y="4749276"/>
            <a:ext cx="3536580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F1AC448-93BE-1A66-9D52-06ABE471EB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1309407"/>
            <a:ext cx="11017251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0AC7FA7-C420-D243-D5A3-F0FFB60EABB7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602615" y="5622891"/>
            <a:ext cx="3536580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D02754CC-F83D-81DE-5117-C4C93F40E7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2615" y="2210769"/>
            <a:ext cx="352901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33488EC-1D79-875E-51A7-286B2A295522}"/>
              </a:ext>
            </a:extLst>
          </p:cNvPr>
          <p:cNvSpPr/>
          <p:nvPr userDrawn="1"/>
        </p:nvSpPr>
        <p:spPr>
          <a:xfrm>
            <a:off x="4350756" y="4736765"/>
            <a:ext cx="3529015" cy="1530094"/>
          </a:xfrm>
          <a:prstGeom prst="roundRect">
            <a:avLst>
              <a:gd name="adj" fmla="val 2446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Subtitle Placeholder 2">
            <a:extLst>
              <a:ext uri="{FF2B5EF4-FFF2-40B4-BE49-F238E27FC236}">
                <a16:creationId xmlns:a16="http://schemas.microsoft.com/office/drawing/2014/main" id="{1EDD6B0D-6302-32A1-071C-D9A98F4E5E87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4350756" y="4749276"/>
            <a:ext cx="3536580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DB457C6-506E-455D-2EFE-0AA310C109C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4350756" y="5622891"/>
            <a:ext cx="3536580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D8FBDF8C-FCE5-761E-D4AB-1C59448F3A7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350756" y="2210769"/>
            <a:ext cx="352901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35FB02B-7BD2-08DE-EE7C-0FEE9CD60101}"/>
              </a:ext>
            </a:extLst>
          </p:cNvPr>
          <p:cNvSpPr/>
          <p:nvPr userDrawn="1"/>
        </p:nvSpPr>
        <p:spPr>
          <a:xfrm>
            <a:off x="8052805" y="4736765"/>
            <a:ext cx="3529015" cy="1530094"/>
          </a:xfrm>
          <a:prstGeom prst="roundRect">
            <a:avLst>
              <a:gd name="adj" fmla="val 244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7D6FE70-EF9E-213F-8814-B69983458F65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6"/>
            </p:custDataLst>
          </p:nvPr>
        </p:nvSpPr>
        <p:spPr>
          <a:xfrm>
            <a:off x="8052805" y="4749276"/>
            <a:ext cx="3536580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6B66CE0-70DE-000B-9AE9-551A8B73059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8052805" y="5622891"/>
            <a:ext cx="3536580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1AD68A96-7EE5-F1FC-C6AA-CF95348813F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052805" y="2210769"/>
            <a:ext cx="352901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53E83AA-C190-1D82-3D73-4072943307A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916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4E95F1D-6562-13B9-A39C-8B75C2BDB5D0}"/>
              </a:ext>
            </a:extLst>
          </p:cNvPr>
          <p:cNvSpPr/>
          <p:nvPr userDrawn="1"/>
        </p:nvSpPr>
        <p:spPr>
          <a:xfrm>
            <a:off x="602615" y="4736765"/>
            <a:ext cx="2574555" cy="1530094"/>
          </a:xfrm>
          <a:prstGeom prst="roundRect">
            <a:avLst>
              <a:gd name="adj" fmla="val 2446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3211B20F-CA56-41DD-A929-118ADB587E4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1"/>
            </p:custDataLst>
          </p:nvPr>
        </p:nvSpPr>
        <p:spPr>
          <a:xfrm>
            <a:off x="602616" y="4749276"/>
            <a:ext cx="2580074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F1AC448-93BE-1A66-9D52-06ABE471EB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1309407"/>
            <a:ext cx="11017251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defRPr sz="4800"/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0AC7FA7-C420-D243-D5A3-F0FFB60EABB7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602616" y="5622891"/>
            <a:ext cx="2580074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D02754CC-F83D-81DE-5117-C4C93F40E7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2615" y="2210769"/>
            <a:ext cx="257455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33488EC-1D79-875E-51A7-286B2A295522}"/>
              </a:ext>
            </a:extLst>
          </p:cNvPr>
          <p:cNvSpPr/>
          <p:nvPr userDrawn="1"/>
        </p:nvSpPr>
        <p:spPr>
          <a:xfrm>
            <a:off x="3413495" y="4736765"/>
            <a:ext cx="2574555" cy="1530094"/>
          </a:xfrm>
          <a:prstGeom prst="roundRect">
            <a:avLst>
              <a:gd name="adj" fmla="val 2446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Subtitle Placeholder 2">
            <a:extLst>
              <a:ext uri="{FF2B5EF4-FFF2-40B4-BE49-F238E27FC236}">
                <a16:creationId xmlns:a16="http://schemas.microsoft.com/office/drawing/2014/main" id="{1EDD6B0D-6302-32A1-071C-D9A98F4E5E87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4"/>
            </p:custDataLst>
          </p:nvPr>
        </p:nvSpPr>
        <p:spPr>
          <a:xfrm>
            <a:off x="3413496" y="4749276"/>
            <a:ext cx="2580074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DB457C6-506E-455D-2EFE-0AA310C109C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3413496" y="5622891"/>
            <a:ext cx="2580074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D8FBDF8C-FCE5-761E-D4AB-1C59448F3A7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413495" y="2210769"/>
            <a:ext cx="257455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35FB02B-7BD2-08DE-EE7C-0FEE9CD60101}"/>
              </a:ext>
            </a:extLst>
          </p:cNvPr>
          <p:cNvSpPr/>
          <p:nvPr userDrawn="1"/>
        </p:nvSpPr>
        <p:spPr>
          <a:xfrm>
            <a:off x="9031887" y="4736765"/>
            <a:ext cx="2574555" cy="1530094"/>
          </a:xfrm>
          <a:prstGeom prst="roundRect">
            <a:avLst>
              <a:gd name="adj" fmla="val 244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ubtitle Placeholder 4">
            <a:extLst>
              <a:ext uri="{FF2B5EF4-FFF2-40B4-BE49-F238E27FC236}">
                <a16:creationId xmlns:a16="http://schemas.microsoft.com/office/drawing/2014/main" id="{77D6FE70-EF9E-213F-8814-B69983458F65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6"/>
            </p:custDataLst>
          </p:nvPr>
        </p:nvSpPr>
        <p:spPr>
          <a:xfrm>
            <a:off x="9031888" y="4749276"/>
            <a:ext cx="2580074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6B66CE0-70DE-000B-9AE9-551A8B730598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7"/>
            </p:custDataLst>
          </p:nvPr>
        </p:nvSpPr>
        <p:spPr>
          <a:xfrm>
            <a:off x="9031888" y="5622891"/>
            <a:ext cx="2580074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1AD68A96-7EE5-F1FC-C6AA-CF95348813F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014830" y="2242229"/>
            <a:ext cx="257455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696D72E-11C4-974D-19C3-1F18F8406782}"/>
              </a:ext>
            </a:extLst>
          </p:cNvPr>
          <p:cNvSpPr/>
          <p:nvPr userDrawn="1"/>
        </p:nvSpPr>
        <p:spPr>
          <a:xfrm>
            <a:off x="6221783" y="4736765"/>
            <a:ext cx="2574555" cy="1530094"/>
          </a:xfrm>
          <a:prstGeom prst="roundRect">
            <a:avLst>
              <a:gd name="adj" fmla="val 2446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AEE3B5BA-0DD6-B54E-4CB2-D788B944F8FA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8"/>
            </p:custDataLst>
          </p:nvPr>
        </p:nvSpPr>
        <p:spPr>
          <a:xfrm>
            <a:off x="6221784" y="4749276"/>
            <a:ext cx="2580074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D44B7E0-0D2B-9AB9-F2D9-C1F3B41AB3EE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6221784" y="5622891"/>
            <a:ext cx="2580074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5" name="Рисунок 19">
            <a:extLst>
              <a:ext uri="{FF2B5EF4-FFF2-40B4-BE49-F238E27FC236}">
                <a16:creationId xmlns:a16="http://schemas.microsoft.com/office/drawing/2014/main" id="{B3851DFC-87EA-6E49-6D6C-610DA549CEE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21783" y="2210769"/>
            <a:ext cx="257455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8" name="Равнобедренный треугольник 47">
            <a:extLst>
              <a:ext uri="{FF2B5EF4-FFF2-40B4-BE49-F238E27FC236}">
                <a16:creationId xmlns:a16="http://schemas.microsoft.com/office/drawing/2014/main" id="{16BF186A-D0E1-6FEB-15B6-C1A9BA95C5C7}"/>
              </a:ext>
            </a:extLst>
          </p:cNvPr>
          <p:cNvSpPr/>
          <p:nvPr userDrawn="1"/>
        </p:nvSpPr>
        <p:spPr>
          <a:xfrm>
            <a:off x="1726062" y="4615771"/>
            <a:ext cx="327660" cy="12896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Равнобедренный треугольник 48">
            <a:extLst>
              <a:ext uri="{FF2B5EF4-FFF2-40B4-BE49-F238E27FC236}">
                <a16:creationId xmlns:a16="http://schemas.microsoft.com/office/drawing/2014/main" id="{38927035-D490-2FD8-6B37-006F869D6F0B}"/>
              </a:ext>
            </a:extLst>
          </p:cNvPr>
          <p:cNvSpPr/>
          <p:nvPr userDrawn="1"/>
        </p:nvSpPr>
        <p:spPr>
          <a:xfrm>
            <a:off x="4536942" y="4615771"/>
            <a:ext cx="327660" cy="12896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Равнобедренный треугольник 49">
            <a:extLst>
              <a:ext uri="{FF2B5EF4-FFF2-40B4-BE49-F238E27FC236}">
                <a16:creationId xmlns:a16="http://schemas.microsoft.com/office/drawing/2014/main" id="{F0006B07-F401-0242-F374-CB8D1F4EABA2}"/>
              </a:ext>
            </a:extLst>
          </p:cNvPr>
          <p:cNvSpPr/>
          <p:nvPr userDrawn="1"/>
        </p:nvSpPr>
        <p:spPr>
          <a:xfrm>
            <a:off x="7347822" y="4615771"/>
            <a:ext cx="327660" cy="12896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Равнобедренный треугольник 50">
            <a:extLst>
              <a:ext uri="{FF2B5EF4-FFF2-40B4-BE49-F238E27FC236}">
                <a16:creationId xmlns:a16="http://schemas.microsoft.com/office/drawing/2014/main" id="{CFD954DD-FEBF-597D-50E0-91878A7F7C95}"/>
              </a:ext>
            </a:extLst>
          </p:cNvPr>
          <p:cNvSpPr/>
          <p:nvPr userDrawn="1"/>
        </p:nvSpPr>
        <p:spPr>
          <a:xfrm>
            <a:off x="10158702" y="4615771"/>
            <a:ext cx="327660" cy="12896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AD69A6F-E3E1-78F0-993F-967F72C0AD4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881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07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">
            <a:extLst>
              <a:ext uri="{FF2B5EF4-FFF2-40B4-BE49-F238E27FC236}">
                <a16:creationId xmlns:a16="http://schemas.microsoft.com/office/drawing/2014/main" id="{C43FB968-C913-25B3-5415-2BDC6BE4893E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66FD52E-794A-6295-F758-CDAD30C7CDB2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09E56E65-4BD6-A011-B6FD-B2AB5A645F40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F1AC448-93BE-1A66-9D52-06ABE471EB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87375" y="1309407"/>
            <a:ext cx="3529013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03E3E1E7-2E68-94EC-F755-619BDF81628A}"/>
              </a:ext>
            </a:extLst>
          </p:cNvPr>
          <p:cNvSpPr/>
          <p:nvPr userDrawn="1"/>
        </p:nvSpPr>
        <p:spPr>
          <a:xfrm>
            <a:off x="2203292" y="4615771"/>
            <a:ext cx="327660" cy="12896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5D99131-D181-063E-1D25-2C4F3F596590}"/>
              </a:ext>
            </a:extLst>
          </p:cNvPr>
          <p:cNvSpPr/>
          <p:nvPr userDrawn="1"/>
        </p:nvSpPr>
        <p:spPr>
          <a:xfrm>
            <a:off x="602615" y="4736765"/>
            <a:ext cx="3529015" cy="1530094"/>
          </a:xfrm>
          <a:prstGeom prst="roundRect">
            <a:avLst>
              <a:gd name="adj" fmla="val 244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398910DB-DAC7-3427-64E1-E955BF05909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2"/>
            </p:custDataLst>
          </p:nvPr>
        </p:nvSpPr>
        <p:spPr>
          <a:xfrm>
            <a:off x="602615" y="4749276"/>
            <a:ext cx="3536580" cy="853050"/>
          </a:xfrm>
        </p:spPr>
        <p:txBody>
          <a:bodyPr wrap="square" lIns="216000" tIns="432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7" name="Description Placeholder">
            <a:extLst>
              <a:ext uri="{FF2B5EF4-FFF2-40B4-BE49-F238E27FC236}">
                <a16:creationId xmlns:a16="http://schemas.microsoft.com/office/drawing/2014/main" id="{A7366623-78A5-4444-2472-DE6D13F93246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3"/>
            </p:custDataLst>
          </p:nvPr>
        </p:nvSpPr>
        <p:spPr>
          <a:xfrm>
            <a:off x="602615" y="5622891"/>
            <a:ext cx="3536580" cy="643968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8" name="Рисунок 19">
            <a:extLst>
              <a:ext uri="{FF2B5EF4-FFF2-40B4-BE49-F238E27FC236}">
                <a16:creationId xmlns:a16="http://schemas.microsoft.com/office/drawing/2014/main" id="{BC4D87FC-B35A-0E55-F843-2B5A1209F6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2615" y="2210769"/>
            <a:ext cx="3529015" cy="2316707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9" name="Description Placeholder">
            <a:extLst>
              <a:ext uri="{FF2B5EF4-FFF2-40B4-BE49-F238E27FC236}">
                <a16:creationId xmlns:a16="http://schemas.microsoft.com/office/drawing/2014/main" id="{82B50893-07E4-F0C4-96E3-91C0530E15BF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4"/>
            </p:custDataLst>
          </p:nvPr>
        </p:nvSpPr>
        <p:spPr>
          <a:xfrm>
            <a:off x="4352673" y="3362043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0" name="Subtitle Placeholder">
            <a:extLst>
              <a:ext uri="{FF2B5EF4-FFF2-40B4-BE49-F238E27FC236}">
                <a16:creationId xmlns:a16="http://schemas.microsoft.com/office/drawing/2014/main" id="{1F4BF9BC-5CA4-8541-C224-C8CF6E0BB5B9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5"/>
            </p:custDataLst>
          </p:nvPr>
        </p:nvSpPr>
        <p:spPr>
          <a:xfrm>
            <a:off x="4352673" y="2961873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3" name="Рисунок 19">
            <a:extLst>
              <a:ext uri="{FF2B5EF4-FFF2-40B4-BE49-F238E27FC236}">
                <a16:creationId xmlns:a16="http://schemas.microsoft.com/office/drawing/2014/main" id="{6C444DE1-5DBF-D245-9FFD-9A5FFAA76E70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4352673" y="1330193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B4F59620-62C0-98D7-659A-31F727359E1F}"/>
              </a:ext>
            </a:extLst>
          </p:cNvPr>
          <p:cNvSpPr>
            <a:spLocks noGrp="1"/>
          </p:cNvSpPr>
          <p:nvPr>
            <p:ph type="body" idx="63" hasCustomPrompt="1"/>
            <p:custDataLst>
              <p:tags r:id="rId6"/>
            </p:custDataLst>
          </p:nvPr>
        </p:nvSpPr>
        <p:spPr>
          <a:xfrm>
            <a:off x="4352673" y="6059110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4787A577-59A2-B86C-B66B-26B8D41D28AD}"/>
              </a:ext>
            </a:extLst>
          </p:cNvPr>
          <p:cNvSpPr>
            <a:spLocks noGrp="1"/>
          </p:cNvSpPr>
          <p:nvPr>
            <p:ph type="body" idx="64" hasCustomPrompt="1"/>
            <p:custDataLst>
              <p:tags r:id="rId7"/>
            </p:custDataLst>
          </p:nvPr>
        </p:nvSpPr>
        <p:spPr>
          <a:xfrm>
            <a:off x="4352673" y="5663065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7" name="Рисунок 19">
            <a:extLst>
              <a:ext uri="{FF2B5EF4-FFF2-40B4-BE49-F238E27FC236}">
                <a16:creationId xmlns:a16="http://schemas.microsoft.com/office/drawing/2014/main" id="{C170451F-490A-6367-D26C-C450FF24CB5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352673" y="4026192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8" name="Description Placeholder">
            <a:extLst>
              <a:ext uri="{FF2B5EF4-FFF2-40B4-BE49-F238E27FC236}">
                <a16:creationId xmlns:a16="http://schemas.microsoft.com/office/drawing/2014/main" id="{F4568D66-1823-C9E7-CC56-84013D4FB34F}"/>
              </a:ext>
            </a:extLst>
          </p:cNvPr>
          <p:cNvSpPr>
            <a:spLocks noGrp="1"/>
          </p:cNvSpPr>
          <p:nvPr>
            <p:ph type="body" idx="66" hasCustomPrompt="1"/>
            <p:custDataLst>
              <p:tags r:id="rId8"/>
            </p:custDataLst>
          </p:nvPr>
        </p:nvSpPr>
        <p:spPr>
          <a:xfrm>
            <a:off x="6850282" y="3362043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C5B23F1D-63F0-1CC5-EF60-BD035300BE86}"/>
              </a:ext>
            </a:extLst>
          </p:cNvPr>
          <p:cNvSpPr>
            <a:spLocks noGrp="1"/>
          </p:cNvSpPr>
          <p:nvPr>
            <p:ph type="body" idx="67" hasCustomPrompt="1"/>
            <p:custDataLst>
              <p:tags r:id="rId9"/>
            </p:custDataLst>
          </p:nvPr>
        </p:nvSpPr>
        <p:spPr>
          <a:xfrm>
            <a:off x="6850282" y="2961873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0" name="Рисунок 19">
            <a:extLst>
              <a:ext uri="{FF2B5EF4-FFF2-40B4-BE49-F238E27FC236}">
                <a16:creationId xmlns:a16="http://schemas.microsoft.com/office/drawing/2014/main" id="{3C8F8782-251E-60E4-9BB8-837048AEDC7E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850282" y="1330193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1" name="Description Placeholder">
            <a:extLst>
              <a:ext uri="{FF2B5EF4-FFF2-40B4-BE49-F238E27FC236}">
                <a16:creationId xmlns:a16="http://schemas.microsoft.com/office/drawing/2014/main" id="{F9AA26B2-42C9-92CA-4CB3-4DB92987B082}"/>
              </a:ext>
            </a:extLst>
          </p:cNvPr>
          <p:cNvSpPr>
            <a:spLocks noGrp="1"/>
          </p:cNvSpPr>
          <p:nvPr>
            <p:ph type="body" idx="69" hasCustomPrompt="1"/>
            <p:custDataLst>
              <p:tags r:id="rId10"/>
            </p:custDataLst>
          </p:nvPr>
        </p:nvSpPr>
        <p:spPr>
          <a:xfrm>
            <a:off x="6850282" y="6059110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2" name="Subtitle Placeholder">
            <a:extLst>
              <a:ext uri="{FF2B5EF4-FFF2-40B4-BE49-F238E27FC236}">
                <a16:creationId xmlns:a16="http://schemas.microsoft.com/office/drawing/2014/main" id="{82B858AD-4F0D-712D-9303-A524C1A29767}"/>
              </a:ext>
            </a:extLst>
          </p:cNvPr>
          <p:cNvSpPr>
            <a:spLocks noGrp="1"/>
          </p:cNvSpPr>
          <p:nvPr>
            <p:ph type="body" idx="70" hasCustomPrompt="1"/>
            <p:custDataLst>
              <p:tags r:id="rId11"/>
            </p:custDataLst>
          </p:nvPr>
        </p:nvSpPr>
        <p:spPr>
          <a:xfrm>
            <a:off x="6850282" y="5663065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3" name="Рисунок 19">
            <a:extLst>
              <a:ext uri="{FF2B5EF4-FFF2-40B4-BE49-F238E27FC236}">
                <a16:creationId xmlns:a16="http://schemas.microsoft.com/office/drawing/2014/main" id="{73B18007-C430-A4D7-5C2A-932F2E8FDD3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6850282" y="4026192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4" name="Description Placeholder">
            <a:extLst>
              <a:ext uri="{FF2B5EF4-FFF2-40B4-BE49-F238E27FC236}">
                <a16:creationId xmlns:a16="http://schemas.microsoft.com/office/drawing/2014/main" id="{225C7596-49DB-902A-D14F-73448941265A}"/>
              </a:ext>
            </a:extLst>
          </p:cNvPr>
          <p:cNvSpPr>
            <a:spLocks noGrp="1"/>
          </p:cNvSpPr>
          <p:nvPr>
            <p:ph type="body" idx="72" hasCustomPrompt="1"/>
            <p:custDataLst>
              <p:tags r:id="rId12"/>
            </p:custDataLst>
          </p:nvPr>
        </p:nvSpPr>
        <p:spPr>
          <a:xfrm>
            <a:off x="9347892" y="3362043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40B23254-76BD-8E01-1C23-C62664B4C330}"/>
              </a:ext>
            </a:extLst>
          </p:cNvPr>
          <p:cNvSpPr>
            <a:spLocks noGrp="1"/>
          </p:cNvSpPr>
          <p:nvPr>
            <p:ph type="body" idx="73" hasCustomPrompt="1"/>
            <p:custDataLst>
              <p:tags r:id="rId13"/>
            </p:custDataLst>
          </p:nvPr>
        </p:nvSpPr>
        <p:spPr>
          <a:xfrm>
            <a:off x="9347892" y="2961873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6" name="Рисунок 19">
            <a:extLst>
              <a:ext uri="{FF2B5EF4-FFF2-40B4-BE49-F238E27FC236}">
                <a16:creationId xmlns:a16="http://schemas.microsoft.com/office/drawing/2014/main" id="{E60F54A2-5055-E443-89CB-54605F6CA019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9347892" y="1330193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7" name="Description Placeholder">
            <a:extLst>
              <a:ext uri="{FF2B5EF4-FFF2-40B4-BE49-F238E27FC236}">
                <a16:creationId xmlns:a16="http://schemas.microsoft.com/office/drawing/2014/main" id="{F25E6C95-3F0F-68CC-4FFA-9FDC088733F1}"/>
              </a:ext>
            </a:extLst>
          </p:cNvPr>
          <p:cNvSpPr>
            <a:spLocks noGrp="1"/>
          </p:cNvSpPr>
          <p:nvPr>
            <p:ph type="body" idx="75" hasCustomPrompt="1"/>
            <p:custDataLst>
              <p:tags r:id="rId14"/>
            </p:custDataLst>
          </p:nvPr>
        </p:nvSpPr>
        <p:spPr>
          <a:xfrm>
            <a:off x="9347892" y="6059110"/>
            <a:ext cx="2268000" cy="207749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8" name="Subtitle Placeholder">
            <a:extLst>
              <a:ext uri="{FF2B5EF4-FFF2-40B4-BE49-F238E27FC236}">
                <a16:creationId xmlns:a16="http://schemas.microsoft.com/office/drawing/2014/main" id="{28C665B9-6FDD-B628-AC2B-591F5ACCCC9B}"/>
              </a:ext>
            </a:extLst>
          </p:cNvPr>
          <p:cNvSpPr>
            <a:spLocks noGrp="1"/>
          </p:cNvSpPr>
          <p:nvPr>
            <p:ph type="body" idx="76" hasCustomPrompt="1"/>
            <p:custDataLst>
              <p:tags r:id="rId15"/>
            </p:custDataLst>
          </p:nvPr>
        </p:nvSpPr>
        <p:spPr>
          <a:xfrm>
            <a:off x="9347892" y="5663065"/>
            <a:ext cx="2268000" cy="380480"/>
          </a:xfrm>
        </p:spPr>
        <p:txBody>
          <a:bodyPr wrap="square" lIns="0" tIns="0" rIns="0" bIns="72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9" name="Рисунок 19">
            <a:extLst>
              <a:ext uri="{FF2B5EF4-FFF2-40B4-BE49-F238E27FC236}">
                <a16:creationId xmlns:a16="http://schemas.microsoft.com/office/drawing/2014/main" id="{C24C7172-3631-D666-1F29-2CEF689F2B2C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9347892" y="4026192"/>
            <a:ext cx="2268000" cy="1488883"/>
          </a:xfrm>
          <a:prstGeom prst="roundRect">
            <a:avLst>
              <a:gd name="adj" fmla="val 1419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C48A129-837D-DDB4-0741-9D423BF29E2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6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811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">
            <a:extLst>
              <a:ext uri="{FF2B5EF4-FFF2-40B4-BE49-F238E27FC236}">
                <a16:creationId xmlns:a16="http://schemas.microsoft.com/office/drawing/2014/main" id="{5CAEE2A5-5825-35BB-EDBC-95C019A4AFB1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7722B7D4-4152-B127-B754-3B0F81EE73B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A8902D62-B293-E849-91F1-4442FCE3126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64CE893E-F8FA-E020-DF59-80A9D62248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87375" y="1309407"/>
            <a:ext cx="3529013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52A126BD-D882-3B9B-59B4-81BE62E1FCB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spcAft>
                <a:spcPts val="100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</a:defRPr>
            </a:lvl1pPr>
            <a:lvl2pPr marL="685800" indent="-228600">
              <a:spcAft>
                <a:spcPts val="100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143000" indent="-228600">
              <a:spcAft>
                <a:spcPts val="1000"/>
              </a:spcAft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380ACB7-88D7-4D60-5EBC-A03D2569BF36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671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1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">
            <a:extLst>
              <a:ext uri="{FF2B5EF4-FFF2-40B4-BE49-F238E27FC236}">
                <a16:creationId xmlns:a16="http://schemas.microsoft.com/office/drawing/2014/main" id="{4888AF0B-A4F3-2D44-01FB-F32B9982E87F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230749D6-BD3D-8F9B-E980-582F7A7422D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7A476165-27F1-01EB-EA7F-441DAA76CE3E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99E5187-0891-8565-4FC5-F333C2780DB6}"/>
              </a:ext>
            </a:extLst>
          </p:cNvPr>
          <p:cNvSpPr/>
          <p:nvPr userDrawn="1"/>
        </p:nvSpPr>
        <p:spPr>
          <a:xfrm>
            <a:off x="4332288" y="2195269"/>
            <a:ext cx="7254000" cy="1314000"/>
          </a:xfrm>
          <a:prstGeom prst="roundRect">
            <a:avLst>
              <a:gd name="adj" fmla="val 2005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4E8500D-F569-FECD-F317-735A9815DE93}"/>
              </a:ext>
            </a:extLst>
          </p:cNvPr>
          <p:cNvSpPr/>
          <p:nvPr userDrawn="1"/>
        </p:nvSpPr>
        <p:spPr>
          <a:xfrm>
            <a:off x="4548288" y="2636269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B17C8D92-0251-C28C-C8F4-26213930B2D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"/>
            </p:custDataLst>
          </p:nvPr>
        </p:nvSpPr>
        <p:spPr>
          <a:xfrm>
            <a:off x="5003603" y="2195578"/>
            <a:ext cx="6582683" cy="1313382"/>
          </a:xfrm>
        </p:spPr>
        <p:txBody>
          <a:bodyPr lIns="108000" tIns="216000" rIns="216000" bIns="21600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60C53B96-5E01-8FF5-0CEA-DB654126BFA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2187472"/>
            <a:ext cx="3519181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9D96637-3C17-E3FA-F6F0-A37F4A37C85F}"/>
              </a:ext>
            </a:extLst>
          </p:cNvPr>
          <p:cNvSpPr/>
          <p:nvPr userDrawn="1"/>
        </p:nvSpPr>
        <p:spPr>
          <a:xfrm>
            <a:off x="4340163" y="3741810"/>
            <a:ext cx="7254000" cy="2534400"/>
          </a:xfrm>
          <a:prstGeom prst="roundRect">
            <a:avLst>
              <a:gd name="adj" fmla="val 1293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865C557-71BB-2779-D0B3-5CA99F10DD8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4340162" y="3741810"/>
            <a:ext cx="7246125" cy="2534431"/>
          </a:xfrm>
        </p:spPr>
        <p:txBody>
          <a:bodyPr lIns="216000" tIns="432000" rIns="216000" bIns="43200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24" name="Рисунок 23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D7DF206F-4496-108F-AD24-3B56F20DFA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2288" y="2690269"/>
            <a:ext cx="324000" cy="324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CD358DA-07C0-6973-C628-FC156CC6BC8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490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04A42216-7E82-7528-CD1A-A6FC30C8C60C}"/>
              </a:ext>
            </a:extLst>
          </p:cNvPr>
          <p:cNvSpPr/>
          <p:nvPr userDrawn="1"/>
        </p:nvSpPr>
        <p:spPr>
          <a:xfrm>
            <a:off x="587374" y="2179796"/>
            <a:ext cx="3529014" cy="4091600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084AB2-CD1E-395E-CF0D-FB737CC75CA0}"/>
              </a:ext>
            </a:extLst>
          </p:cNvPr>
          <p:cNvSpPr/>
          <p:nvPr userDrawn="1"/>
        </p:nvSpPr>
        <p:spPr>
          <a:xfrm>
            <a:off x="803881" y="2600565"/>
            <a:ext cx="3096000" cy="1656870"/>
          </a:xfrm>
          <a:prstGeom prst="roundRect">
            <a:avLst>
              <a:gd name="adj" fmla="val 2088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4CFD6951-2B26-71A4-843F-BEC7C30DEC1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5006400"/>
            <a:ext cx="3529014" cy="1267215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9381AB56-D8E5-FBC1-7A41-348A0603CD6A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587374" y="4328542"/>
            <a:ext cx="3529014" cy="634941"/>
          </a:xfrm>
        </p:spPr>
        <p:txBody>
          <a:bodyPr wrap="square" lIns="216000" tIns="216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A9F7F37-97E9-8006-AB1D-3CB6B7609794}"/>
              </a:ext>
            </a:extLst>
          </p:cNvPr>
          <p:cNvSpPr/>
          <p:nvPr userDrawn="1"/>
        </p:nvSpPr>
        <p:spPr>
          <a:xfrm>
            <a:off x="4332389" y="2184332"/>
            <a:ext cx="3529014" cy="4087064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49C5B22F-1D00-F62F-6E27-9F7AD620B3B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332388" y="5006415"/>
            <a:ext cx="3529014" cy="1267200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1547E5EC-7DE8-DBB2-79FD-8907197130C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32388" y="4328542"/>
            <a:ext cx="3529014" cy="634941"/>
          </a:xfrm>
        </p:spPr>
        <p:txBody>
          <a:bodyPr wrap="square" lIns="216000" tIns="216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2A5363D4-C271-C0B9-8935-0CCADAF11FA8}"/>
              </a:ext>
            </a:extLst>
          </p:cNvPr>
          <p:cNvSpPr/>
          <p:nvPr userDrawn="1"/>
        </p:nvSpPr>
        <p:spPr>
          <a:xfrm>
            <a:off x="8075614" y="2184332"/>
            <a:ext cx="3529014" cy="4087064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F891FD97-B7EA-F5E6-E1D0-74D6DBC0F4BC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075614" y="5006415"/>
            <a:ext cx="3529014" cy="1267200"/>
          </a:xfrm>
        </p:spPr>
        <p:txBody>
          <a:bodyPr lIns="216000" tIns="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D0EEDCE7-8068-CF9C-885B-9F87E538F3F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075614" y="4328542"/>
            <a:ext cx="3529014" cy="634941"/>
          </a:xfrm>
        </p:spPr>
        <p:txBody>
          <a:bodyPr wrap="square" lIns="216000" tIns="216000" rIns="216000" bIns="108000" anchor="ctr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Large Number Placeholder">
            <a:extLst>
              <a:ext uri="{FF2B5EF4-FFF2-40B4-BE49-F238E27FC236}">
                <a16:creationId xmlns:a16="http://schemas.microsoft.com/office/drawing/2014/main" id="{CD65E890-E2F6-BDD9-7A20-2F1E95973921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7"/>
            </p:custDataLst>
          </p:nvPr>
        </p:nvSpPr>
        <p:spPr>
          <a:xfrm>
            <a:off x="803882" y="3044280"/>
            <a:ext cx="3095999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066C2E0-EACD-7CB7-D754-91C063112B6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C2EEA550-955E-5D3C-D83C-C55432BB09E5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552E557-E055-AD84-C261-1D7A7B11A72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63FDD438-759C-433D-E846-753E488C0B0D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A9B46A7-08C3-C14D-8BE9-9200F80C634D}"/>
              </a:ext>
            </a:extLst>
          </p:cNvPr>
          <p:cNvSpPr/>
          <p:nvPr userDrawn="1"/>
        </p:nvSpPr>
        <p:spPr>
          <a:xfrm>
            <a:off x="4548896" y="2600565"/>
            <a:ext cx="3096000" cy="1656870"/>
          </a:xfrm>
          <a:prstGeom prst="roundRect">
            <a:avLst>
              <a:gd name="adj" fmla="val 208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Medium Number Placeholder">
            <a:extLst>
              <a:ext uri="{FF2B5EF4-FFF2-40B4-BE49-F238E27FC236}">
                <a16:creationId xmlns:a16="http://schemas.microsoft.com/office/drawing/2014/main" id="{45ED0865-6AA9-46DC-DDA5-D1A4D51E44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4548897" y="3121224"/>
            <a:ext cx="3095999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82E2707-40B9-02AF-342A-E0B619E78E1C}"/>
              </a:ext>
            </a:extLst>
          </p:cNvPr>
          <p:cNvSpPr/>
          <p:nvPr userDrawn="1"/>
        </p:nvSpPr>
        <p:spPr>
          <a:xfrm>
            <a:off x="8292121" y="2600565"/>
            <a:ext cx="3096000" cy="1656870"/>
          </a:xfrm>
          <a:prstGeom prst="roundRect">
            <a:avLst>
              <a:gd name="adj" fmla="val 208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Small Number Placeholder">
            <a:extLst>
              <a:ext uri="{FF2B5EF4-FFF2-40B4-BE49-F238E27FC236}">
                <a16:creationId xmlns:a16="http://schemas.microsoft.com/office/drawing/2014/main" id="{E8246FD5-C2DE-AB6A-8DCD-54166E9D77A6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8292122" y="3198168"/>
            <a:ext cx="3095999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7F478A7-B9EF-7A7D-3226-61739175AFBC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370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">
            <a:extLst>
              <a:ext uri="{FF2B5EF4-FFF2-40B4-BE49-F238E27FC236}">
                <a16:creationId xmlns:a16="http://schemas.microsoft.com/office/drawing/2014/main" id="{4CFD6951-2B26-71A4-843F-BEC7C30DEC1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6644022" y="2982835"/>
            <a:ext cx="4960604" cy="623248"/>
          </a:xfrm>
        </p:spPr>
        <p:txBody>
          <a:bodyPr lIns="108000" tIns="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ru-RU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9381AB56-D8E5-FBC1-7A41-348A0603CD6A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2"/>
            </p:custDataLst>
          </p:nvPr>
        </p:nvSpPr>
        <p:spPr>
          <a:xfrm>
            <a:off x="6644021" y="2505472"/>
            <a:ext cx="4960443" cy="416831"/>
          </a:xfrm>
        </p:spPr>
        <p:txBody>
          <a:bodyPr wrap="square" lIns="108000" tIns="0" rIns="0" bIns="108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49C5B22F-1D00-F62F-6E27-9F7AD620B3B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644021" y="4315939"/>
            <a:ext cx="4960443" cy="622800"/>
          </a:xfrm>
        </p:spPr>
        <p:txBody>
          <a:bodyPr lIns="108000" tIns="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1547E5EC-7DE8-DBB2-79FD-8907197130C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644021" y="3838562"/>
            <a:ext cx="4960443" cy="416831"/>
          </a:xfrm>
        </p:spPr>
        <p:txBody>
          <a:bodyPr wrap="square" lIns="108000" tIns="0" rIns="0" bIns="108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F891FD97-B7EA-F5E6-E1D0-74D6DBC0F4BC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644021" y="5648596"/>
            <a:ext cx="4960443" cy="622800"/>
          </a:xfrm>
        </p:spPr>
        <p:txBody>
          <a:bodyPr lIns="108000" tIns="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D0EEDCE7-8068-CF9C-885B-9F87E538F3F8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644021" y="5171219"/>
            <a:ext cx="4960443" cy="416831"/>
          </a:xfrm>
        </p:spPr>
        <p:txBody>
          <a:bodyPr wrap="square" lIns="108000" tIns="0" rIns="0" bIns="108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066C2E0-EACD-7CB7-D754-91C063112B6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6209621" y="1345419"/>
            <a:ext cx="5392501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C2EEA550-955E-5D3C-D83C-C55432BB09E5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552E557-E055-AD84-C261-1D7A7B11A72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63FDD438-759C-433D-E846-753E488C0B0D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DEBC109-9EC9-DBC5-3B20-9A38107A02D9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E07EA05-8751-C3D4-2942-EE579497C5E8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D78EE67-60D6-1051-32CA-5D9FF4AD34A6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Large Number Placeholder">
            <a:extLst>
              <a:ext uri="{FF2B5EF4-FFF2-40B4-BE49-F238E27FC236}">
                <a16:creationId xmlns:a16="http://schemas.microsoft.com/office/drawing/2014/main" id="{CD65E890-E2F6-BDD9-7A20-2F1E95973921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8"/>
            </p:custDataLst>
          </p:nvPr>
        </p:nvSpPr>
        <p:spPr>
          <a:xfrm>
            <a:off x="1744597" y="1792585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1" name="Medium Number Placeholder">
            <a:extLst>
              <a:ext uri="{FF2B5EF4-FFF2-40B4-BE49-F238E27FC236}">
                <a16:creationId xmlns:a16="http://schemas.microsoft.com/office/drawing/2014/main" id="{45ED0865-6AA9-46DC-DDA5-D1A4D51E44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1744597" y="3293984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3" name="Small Number Placeholder">
            <a:extLst>
              <a:ext uri="{FF2B5EF4-FFF2-40B4-BE49-F238E27FC236}">
                <a16:creationId xmlns:a16="http://schemas.microsoft.com/office/drawing/2014/main" id="{E8246FD5-C2DE-AB6A-8DCD-54166E9D77A6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3BF51F8-B1CA-2F00-FD1D-008952CEFA20}"/>
              </a:ext>
            </a:extLst>
          </p:cNvPr>
          <p:cNvSpPr/>
          <p:nvPr userDrawn="1"/>
        </p:nvSpPr>
        <p:spPr>
          <a:xfrm>
            <a:off x="6209621" y="2500000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Стрелка вниз со сплошной заливкой">
            <a:extLst>
              <a:ext uri="{FF2B5EF4-FFF2-40B4-BE49-F238E27FC236}">
                <a16:creationId xmlns:a16="http://schemas.microsoft.com/office/drawing/2014/main" id="{83027D65-C4E2-FCD3-5E70-5B6C110D93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140556" y="2596932"/>
            <a:ext cx="562221" cy="238137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BD68C1CD-3495-08DB-7486-46D73D5FDE7B}"/>
              </a:ext>
            </a:extLst>
          </p:cNvPr>
          <p:cNvSpPr/>
          <p:nvPr userDrawn="1"/>
        </p:nvSpPr>
        <p:spPr>
          <a:xfrm>
            <a:off x="6209621" y="3832177"/>
            <a:ext cx="432000" cy="432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 descr="Стрелка вниз со сплошной заливкой">
            <a:extLst>
              <a:ext uri="{FF2B5EF4-FFF2-40B4-BE49-F238E27FC236}">
                <a16:creationId xmlns:a16="http://schemas.microsoft.com/office/drawing/2014/main" id="{3BE03DEF-ED75-A621-BE7F-BFA819CFF0D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140556" y="3929109"/>
            <a:ext cx="562221" cy="238137"/>
          </a:xfrm>
          <a:prstGeom prst="rect">
            <a:avLst/>
          </a:prstGeom>
        </p:spPr>
      </p:pic>
      <p:sp>
        <p:nvSpPr>
          <p:cNvPr id="21" name="Овал 20">
            <a:extLst>
              <a:ext uri="{FF2B5EF4-FFF2-40B4-BE49-F238E27FC236}">
                <a16:creationId xmlns:a16="http://schemas.microsoft.com/office/drawing/2014/main" id="{1DEB87B2-FC87-5D20-2CC8-DBE386DEC8E1}"/>
              </a:ext>
            </a:extLst>
          </p:cNvPr>
          <p:cNvSpPr/>
          <p:nvPr userDrawn="1"/>
        </p:nvSpPr>
        <p:spPr>
          <a:xfrm>
            <a:off x="6209621" y="5169388"/>
            <a:ext cx="432000" cy="43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 descr="Стрелка вниз со сплошной заливкой">
            <a:extLst>
              <a:ext uri="{FF2B5EF4-FFF2-40B4-BE49-F238E27FC236}">
                <a16:creationId xmlns:a16="http://schemas.microsoft.com/office/drawing/2014/main" id="{7E615517-B16B-472D-BCB3-A0FC9DF1E1A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54542" b="3102"/>
          <a:stretch>
            <a:fillRect/>
          </a:stretch>
        </p:blipFill>
        <p:spPr>
          <a:xfrm rot="16200000">
            <a:off x="6140556" y="5266320"/>
            <a:ext cx="562221" cy="238137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E0FA043-CBED-0286-C618-E9A2400FF60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932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llipse">
            <a:extLst>
              <a:ext uri="{FF2B5EF4-FFF2-40B4-BE49-F238E27FC236}">
                <a16:creationId xmlns:a16="http://schemas.microsoft.com/office/drawing/2014/main" id="{04A42216-7E82-7528-CD1A-A6FC30C8C60C}"/>
              </a:ext>
            </a:extLst>
          </p:cNvPr>
          <p:cNvSpPr/>
          <p:nvPr userDrawn="1"/>
        </p:nvSpPr>
        <p:spPr>
          <a:xfrm>
            <a:off x="587374" y="2888882"/>
            <a:ext cx="3529014" cy="3383948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A5084AB2-CD1E-395E-CF0D-FB737CC75CA0}"/>
              </a:ext>
            </a:extLst>
          </p:cNvPr>
          <p:cNvSpPr/>
          <p:nvPr userDrawn="1"/>
        </p:nvSpPr>
        <p:spPr>
          <a:xfrm>
            <a:off x="803881" y="3309651"/>
            <a:ext cx="3096000" cy="1656870"/>
          </a:xfrm>
          <a:prstGeom prst="roundRect">
            <a:avLst>
              <a:gd name="adj" fmla="val 208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4CFD6951-2B26-71A4-843F-BEC7C30DEC1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"/>
            </p:custDataLst>
          </p:nvPr>
        </p:nvSpPr>
        <p:spPr>
          <a:xfrm>
            <a:off x="587374" y="5006400"/>
            <a:ext cx="3529014" cy="1277576"/>
          </a:xfrm>
        </p:spPr>
        <p:txBody>
          <a:bodyPr lIns="216000" tIns="216000" rIns="216000" bIns="432000" anchor="t" anchorCtr="0">
            <a:no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0" name="Ellipse">
            <a:extLst>
              <a:ext uri="{FF2B5EF4-FFF2-40B4-BE49-F238E27FC236}">
                <a16:creationId xmlns:a16="http://schemas.microsoft.com/office/drawing/2014/main" id="{1A9F7F37-97E9-8006-AB1D-3CB6B7609794}"/>
              </a:ext>
            </a:extLst>
          </p:cNvPr>
          <p:cNvSpPr/>
          <p:nvPr userDrawn="1"/>
        </p:nvSpPr>
        <p:spPr>
          <a:xfrm>
            <a:off x="4332389" y="2893418"/>
            <a:ext cx="3529014" cy="3380197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9C5B22F-1D00-F62F-6E27-9F7AD620B3B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4332388" y="5006414"/>
            <a:ext cx="3529014" cy="1069826"/>
          </a:xfrm>
        </p:spPr>
        <p:txBody>
          <a:bodyPr lIns="216000" tIns="216000" rIns="216000" bIns="43200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ru-RU" dirty="0"/>
          </a:p>
        </p:txBody>
      </p:sp>
      <p:sp>
        <p:nvSpPr>
          <p:cNvPr id="44" name="Ellipse">
            <a:extLst>
              <a:ext uri="{FF2B5EF4-FFF2-40B4-BE49-F238E27FC236}">
                <a16:creationId xmlns:a16="http://schemas.microsoft.com/office/drawing/2014/main" id="{2A5363D4-C271-C0B9-8935-0CCADAF11FA8}"/>
              </a:ext>
            </a:extLst>
          </p:cNvPr>
          <p:cNvSpPr/>
          <p:nvPr userDrawn="1"/>
        </p:nvSpPr>
        <p:spPr>
          <a:xfrm>
            <a:off x="8075614" y="2893418"/>
            <a:ext cx="3529014" cy="3380197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F891FD97-B7EA-F5E6-E1D0-74D6DBC0F4BC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8075614" y="5006414"/>
            <a:ext cx="3529014" cy="1198067"/>
          </a:xfrm>
        </p:spPr>
        <p:txBody>
          <a:bodyPr lIns="216000" tIns="216000" rIns="216000" bIns="432000" anchor="t" anchorCtr="0">
            <a:sp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endParaRPr lang="en-US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CD65E890-E2F6-BDD9-7A20-2F1E95973921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803882" y="3830309"/>
            <a:ext cx="3095999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066C2E0-EACD-7CB7-D754-91C063112B6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7207" y="1309407"/>
            <a:ext cx="11007419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C2EEA550-955E-5D3C-D83C-C55432BB09E5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552E557-E055-AD84-C261-1D7A7B11A72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63FDD438-759C-433D-E846-753E488C0B0D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1A9B46A7-08C3-C14D-8BE9-9200F80C634D}"/>
              </a:ext>
            </a:extLst>
          </p:cNvPr>
          <p:cNvSpPr/>
          <p:nvPr userDrawn="1"/>
        </p:nvSpPr>
        <p:spPr>
          <a:xfrm>
            <a:off x="4548896" y="3309651"/>
            <a:ext cx="3096000" cy="1656870"/>
          </a:xfrm>
          <a:prstGeom prst="roundRect">
            <a:avLst>
              <a:gd name="adj" fmla="val 2088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45ED0865-6AA9-46DC-DDA5-D1A4D51E44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4548897" y="3830309"/>
            <a:ext cx="3095999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082E2707-40B9-02AF-342A-E0B619E78E1C}"/>
              </a:ext>
            </a:extLst>
          </p:cNvPr>
          <p:cNvSpPr/>
          <p:nvPr userDrawn="1"/>
        </p:nvSpPr>
        <p:spPr>
          <a:xfrm>
            <a:off x="8292121" y="3309651"/>
            <a:ext cx="3096000" cy="1656870"/>
          </a:xfrm>
          <a:prstGeom prst="roundRect">
            <a:avLst>
              <a:gd name="adj" fmla="val 208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E8246FD5-C2DE-AB6A-8DCD-54166E9D77A6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7"/>
            </p:custDataLst>
          </p:nvPr>
        </p:nvSpPr>
        <p:spPr>
          <a:xfrm>
            <a:off x="8292122" y="3830309"/>
            <a:ext cx="3095999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7F478A7-B9EF-7A7D-3226-61739175AFBC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8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0922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11022582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78CA354-4966-5529-3412-28186CE1286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AF8F84B1-8B52-66CF-FA10-C151368A91D2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3C26E5F9-8185-906E-625C-9E864E488DAB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E9584DC1-8557-DAF3-BBA4-57C7520FB74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40">
            <a:extLst>
              <a:ext uri="{FF2B5EF4-FFF2-40B4-BE49-F238E27FC236}">
                <a16:creationId xmlns:a16="http://schemas.microsoft.com/office/drawing/2014/main" id="{A4B469C2-89B9-B57B-644A-6C53E87BE116}"/>
              </a:ext>
            </a:extLst>
          </p:cNvPr>
          <p:cNvSpPr/>
          <p:nvPr userDrawn="1"/>
        </p:nvSpPr>
        <p:spPr>
          <a:xfrm>
            <a:off x="587375" y="4918516"/>
            <a:ext cx="5400676" cy="1365253"/>
          </a:xfrm>
          <a:prstGeom prst="roundRect">
            <a:avLst>
              <a:gd name="adj" fmla="val 2059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1311486-C9E3-EDBC-4925-A40CE3C77BBA}"/>
              </a:ext>
            </a:extLst>
          </p:cNvPr>
          <p:cNvSpPr>
            <a:spLocks noGrp="1"/>
          </p:cNvSpPr>
          <p:nvPr>
            <p:ph type="body" idx="26"/>
            <p:custDataLst>
              <p:tags r:id="rId3"/>
            </p:custDataLst>
          </p:nvPr>
        </p:nvSpPr>
        <p:spPr>
          <a:xfrm>
            <a:off x="587375" y="5539906"/>
            <a:ext cx="4746553" cy="705600"/>
          </a:xfrm>
        </p:spPr>
        <p:txBody>
          <a:bodyPr lIns="216000" tIns="72000" rIns="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8" name="Subtitle Placeholder 1">
            <a:extLst>
              <a:ext uri="{FF2B5EF4-FFF2-40B4-BE49-F238E27FC236}">
                <a16:creationId xmlns:a16="http://schemas.microsoft.com/office/drawing/2014/main" id="{391D5B03-5FC0-3F7D-A51D-AF464DAE6CE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87375" y="4968662"/>
            <a:ext cx="4746553" cy="525886"/>
          </a:xfrm>
        </p:spPr>
        <p:txBody>
          <a:bodyPr wrap="square" lIns="216000" tIns="216000" rIns="216000" bIns="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Овал 43">
            <a:extLst>
              <a:ext uri="{FF2B5EF4-FFF2-40B4-BE49-F238E27FC236}">
                <a16:creationId xmlns:a16="http://schemas.microsoft.com/office/drawing/2014/main" id="{ADD0CD7E-36DF-16D3-0F26-360BEC74F25A}"/>
              </a:ext>
            </a:extLst>
          </p:cNvPr>
          <p:cNvSpPr/>
          <p:nvPr userDrawn="1"/>
        </p:nvSpPr>
        <p:spPr>
          <a:xfrm>
            <a:off x="5333928" y="538514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44" descr="Стрелка вниз со сплошной заливкой">
            <a:extLst>
              <a:ext uri="{FF2B5EF4-FFF2-40B4-BE49-F238E27FC236}">
                <a16:creationId xmlns:a16="http://schemas.microsoft.com/office/drawing/2014/main" id="{17941E89-70E5-FD0D-77C6-E6A97397B87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54542" b="3102"/>
          <a:stretch>
            <a:fillRect/>
          </a:stretch>
        </p:blipFill>
        <p:spPr>
          <a:xfrm rot="10800000">
            <a:off x="5268818" y="5482074"/>
            <a:ext cx="562221" cy="238137"/>
          </a:xfrm>
          <a:prstGeom prst="rect">
            <a:avLst/>
          </a:prstGeom>
        </p:spPr>
      </p:pic>
      <p:sp>
        <p:nvSpPr>
          <p:cNvPr id="15" name="Прямоугольник: скругленные углы 50">
            <a:extLst>
              <a:ext uri="{FF2B5EF4-FFF2-40B4-BE49-F238E27FC236}">
                <a16:creationId xmlns:a16="http://schemas.microsoft.com/office/drawing/2014/main" id="{337F8744-0152-30D8-703E-B9B3741F2BFF}"/>
              </a:ext>
            </a:extLst>
          </p:cNvPr>
          <p:cNvSpPr/>
          <p:nvPr userDrawn="1"/>
        </p:nvSpPr>
        <p:spPr>
          <a:xfrm>
            <a:off x="6203951" y="4916112"/>
            <a:ext cx="5400676" cy="1365253"/>
          </a:xfrm>
          <a:prstGeom prst="roundRect">
            <a:avLst>
              <a:gd name="adj" fmla="val 205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49D9D5-4594-AC35-70AB-4BF09B2A70CD}"/>
              </a:ext>
            </a:extLst>
          </p:cNvPr>
          <p:cNvSpPr>
            <a:spLocks noGrp="1"/>
          </p:cNvSpPr>
          <p:nvPr>
            <p:ph type="body" idx="30"/>
            <p:custDataLst>
              <p:tags r:id="rId5"/>
            </p:custDataLst>
          </p:nvPr>
        </p:nvSpPr>
        <p:spPr>
          <a:xfrm>
            <a:off x="6203951" y="5539906"/>
            <a:ext cx="4746553" cy="706311"/>
          </a:xfrm>
        </p:spPr>
        <p:txBody>
          <a:bodyPr lIns="216000" tIns="72000" rIns="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17" name="Subtitle Placeholder 2">
            <a:extLst>
              <a:ext uri="{FF2B5EF4-FFF2-40B4-BE49-F238E27FC236}">
                <a16:creationId xmlns:a16="http://schemas.microsoft.com/office/drawing/2014/main" id="{856800BC-391A-7259-B414-9ECEF3DC6125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6"/>
            </p:custDataLst>
          </p:nvPr>
        </p:nvSpPr>
        <p:spPr>
          <a:xfrm>
            <a:off x="6203951" y="4968662"/>
            <a:ext cx="4746553" cy="525886"/>
          </a:xfrm>
        </p:spPr>
        <p:txBody>
          <a:bodyPr wrap="square" lIns="216000" tIns="216000" rIns="216000" bIns="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Овал 53">
            <a:extLst>
              <a:ext uri="{FF2B5EF4-FFF2-40B4-BE49-F238E27FC236}">
                <a16:creationId xmlns:a16="http://schemas.microsoft.com/office/drawing/2014/main" id="{BDDA16FF-309A-CA6D-7E7E-9454BC79B5AC}"/>
              </a:ext>
            </a:extLst>
          </p:cNvPr>
          <p:cNvSpPr/>
          <p:nvPr userDrawn="1"/>
        </p:nvSpPr>
        <p:spPr>
          <a:xfrm>
            <a:off x="10950504" y="5382738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54" descr="Стрелка вниз со сплошной заливкой">
            <a:extLst>
              <a:ext uri="{FF2B5EF4-FFF2-40B4-BE49-F238E27FC236}">
                <a16:creationId xmlns:a16="http://schemas.microsoft.com/office/drawing/2014/main" id="{A1D5B541-29B2-FE53-3EB4-FD059934FE9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0800000">
            <a:off x="10885394" y="5479670"/>
            <a:ext cx="562221" cy="238137"/>
          </a:xfrm>
          <a:prstGeom prst="rect">
            <a:avLst/>
          </a:prstGeom>
        </p:spPr>
      </p:pic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E689ADE-7540-07B0-4B67-C1661A30380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03950" y="2828602"/>
            <a:ext cx="5400675" cy="1911564"/>
          </a:xfrm>
          <a:prstGeom prst="roundRect">
            <a:avLst>
              <a:gd name="adj" fmla="val 1636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Рисунок 19">
            <a:extLst>
              <a:ext uri="{FF2B5EF4-FFF2-40B4-BE49-F238E27FC236}">
                <a16:creationId xmlns:a16="http://schemas.microsoft.com/office/drawing/2014/main" id="{C4E0DEE5-5D5A-E15A-5255-943FFE2421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828602"/>
            <a:ext cx="5400675" cy="1911564"/>
          </a:xfrm>
          <a:prstGeom prst="roundRect">
            <a:avLst>
              <a:gd name="adj" fmla="val 15816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147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11022582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78CA354-4966-5529-3412-28186CE1286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24FA467D-DCB0-F32F-2115-1831699C98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32288" y="2622982"/>
            <a:ext cx="3528000" cy="2153301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66B8597F-86C2-3DF0-4096-5B06DCE3AFA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622982"/>
            <a:ext cx="3528000" cy="2153301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4F6B50A0-EDFD-6FCC-C2BE-FEC94FD082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81280" y="2622982"/>
            <a:ext cx="3528000" cy="2153301"/>
          </a:xfrm>
          <a:prstGeom prst="roundRect">
            <a:avLst>
              <a:gd name="adj" fmla="val 9218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86C4EA8-499A-F518-8D61-8B6947B71E7B}"/>
              </a:ext>
            </a:extLst>
          </p:cNvPr>
          <p:cNvSpPr>
            <a:spLocks noGrp="1"/>
          </p:cNvSpPr>
          <p:nvPr>
            <p:ph type="body" idx="30"/>
            <p:custDataLst>
              <p:tags r:id="rId3"/>
            </p:custDataLst>
          </p:nvPr>
        </p:nvSpPr>
        <p:spPr>
          <a:xfrm>
            <a:off x="587375" y="5577108"/>
            <a:ext cx="3529013" cy="695951"/>
          </a:xfrm>
        </p:spPr>
        <p:txBody>
          <a:bodyPr lIns="216000" tIns="72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F82AE127-B4D2-4761-94E1-2B3E7CCED1AC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87375" y="5086182"/>
            <a:ext cx="3529013" cy="307777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C4F1A02-76F1-D9E5-E186-8579946D15D8}"/>
              </a:ext>
            </a:extLst>
          </p:cNvPr>
          <p:cNvSpPr>
            <a:spLocks noGrp="1"/>
          </p:cNvSpPr>
          <p:nvPr>
            <p:ph type="body" idx="31"/>
            <p:custDataLst>
              <p:tags r:id="rId5"/>
            </p:custDataLst>
          </p:nvPr>
        </p:nvSpPr>
        <p:spPr>
          <a:xfrm>
            <a:off x="4332288" y="5577107"/>
            <a:ext cx="3529013" cy="694800"/>
          </a:xfrm>
        </p:spPr>
        <p:txBody>
          <a:bodyPr lIns="216000" tIns="72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15" name="Subtitle Placeholder 2">
            <a:extLst>
              <a:ext uri="{FF2B5EF4-FFF2-40B4-BE49-F238E27FC236}">
                <a16:creationId xmlns:a16="http://schemas.microsoft.com/office/drawing/2014/main" id="{F9B340AE-04DE-4704-6F74-B642AA05DF4D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6"/>
            </p:custDataLst>
          </p:nvPr>
        </p:nvSpPr>
        <p:spPr>
          <a:xfrm>
            <a:off x="4332288" y="5086182"/>
            <a:ext cx="3529013" cy="307777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AC198F5-3579-607E-1774-E3BE4BA2FC3A}"/>
              </a:ext>
            </a:extLst>
          </p:cNvPr>
          <p:cNvSpPr>
            <a:spLocks noGrp="1"/>
          </p:cNvSpPr>
          <p:nvPr>
            <p:ph type="body" idx="33"/>
            <p:custDataLst>
              <p:tags r:id="rId7"/>
            </p:custDataLst>
          </p:nvPr>
        </p:nvSpPr>
        <p:spPr>
          <a:xfrm>
            <a:off x="8081280" y="5577107"/>
            <a:ext cx="3529013" cy="694800"/>
          </a:xfrm>
        </p:spPr>
        <p:txBody>
          <a:bodyPr lIns="216000" tIns="72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17" name="Subtitle Placeholder 3">
            <a:extLst>
              <a:ext uri="{FF2B5EF4-FFF2-40B4-BE49-F238E27FC236}">
                <a16:creationId xmlns:a16="http://schemas.microsoft.com/office/drawing/2014/main" id="{4080571D-9642-2B90-37E1-7086117C282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8"/>
            </p:custDataLst>
          </p:nvPr>
        </p:nvSpPr>
        <p:spPr>
          <a:xfrm>
            <a:off x="8081280" y="5086182"/>
            <a:ext cx="3529013" cy="307777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Ellipse">
            <a:extLst>
              <a:ext uri="{FF2B5EF4-FFF2-40B4-BE49-F238E27FC236}">
                <a16:creationId xmlns:a16="http://schemas.microsoft.com/office/drawing/2014/main" id="{F9D16FFA-6BC8-E4E7-B4D4-7A775EF3679B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Ellipse">
            <a:extLst>
              <a:ext uri="{FF2B5EF4-FFF2-40B4-BE49-F238E27FC236}">
                <a16:creationId xmlns:a16="http://schemas.microsoft.com/office/drawing/2014/main" id="{B9E89B41-656D-412F-AF55-FFEA8038F99A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2C908739-3E73-B578-390A-125EFCB737F3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06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14645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Прямоугольник: скругленные углы 1">
            <a:extLst>
              <a:ext uri="{FF2B5EF4-FFF2-40B4-BE49-F238E27FC236}">
                <a16:creationId xmlns:a16="http://schemas.microsoft.com/office/drawing/2014/main" id="{FD34EF01-9E3F-5F8F-200F-0DE52BDBFD16}"/>
              </a:ext>
            </a:extLst>
          </p:cNvPr>
          <p:cNvSpPr/>
          <p:nvPr userDrawn="1"/>
        </p:nvSpPr>
        <p:spPr>
          <a:xfrm>
            <a:off x="597207" y="3773214"/>
            <a:ext cx="2586842" cy="2500585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954601B-60EB-3420-BC51-94CF749AB8F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07218" y="3780834"/>
            <a:ext cx="2592387" cy="2513711"/>
          </a:xfrm>
        </p:spPr>
        <p:txBody>
          <a:bodyPr lIns="216000" tIns="21600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6" name="Прямоугольник: скругленные углы 1">
            <a:extLst>
              <a:ext uri="{FF2B5EF4-FFF2-40B4-BE49-F238E27FC236}">
                <a16:creationId xmlns:a16="http://schemas.microsoft.com/office/drawing/2014/main" id="{34C323BA-DF95-469F-D6A2-F04FF4E1BBC3}"/>
              </a:ext>
            </a:extLst>
          </p:cNvPr>
          <p:cNvSpPr/>
          <p:nvPr userDrawn="1"/>
        </p:nvSpPr>
        <p:spPr>
          <a:xfrm>
            <a:off x="3393272" y="3773214"/>
            <a:ext cx="2586842" cy="2500585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57404DE-06FC-8867-6D9D-C9203E76A3A4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3403283" y="3780834"/>
            <a:ext cx="2592387" cy="2512800"/>
          </a:xfrm>
        </p:spPr>
        <p:txBody>
          <a:bodyPr lIns="216000" tIns="216000" rIns="216000" bIns="216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31" name="Прямоугольник: скругленные углы 1">
            <a:extLst>
              <a:ext uri="{FF2B5EF4-FFF2-40B4-BE49-F238E27FC236}">
                <a16:creationId xmlns:a16="http://schemas.microsoft.com/office/drawing/2014/main" id="{1535F0EB-363E-FCD5-DAF0-8EA88E529230}"/>
              </a:ext>
            </a:extLst>
          </p:cNvPr>
          <p:cNvSpPr/>
          <p:nvPr userDrawn="1"/>
        </p:nvSpPr>
        <p:spPr>
          <a:xfrm>
            <a:off x="6209348" y="3780834"/>
            <a:ext cx="2586842" cy="2500585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8CFE4DB1-02DE-FD58-916C-584B419CF7F9}"/>
              </a:ext>
            </a:extLst>
          </p:cNvPr>
          <p:cNvSpPr>
            <a:spLocks noGrp="1"/>
          </p:cNvSpPr>
          <p:nvPr>
            <p:ph type="body" idx="30"/>
            <p:custDataLst>
              <p:tags r:id="rId5"/>
            </p:custDataLst>
          </p:nvPr>
        </p:nvSpPr>
        <p:spPr>
          <a:xfrm>
            <a:off x="6219359" y="3780834"/>
            <a:ext cx="2592387" cy="2512800"/>
          </a:xfrm>
        </p:spPr>
        <p:txBody>
          <a:bodyPr lIns="216000" tIns="216000" rIns="216000" bIns="216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36" name="Прямоугольник: скругленные углы 1">
            <a:extLst>
              <a:ext uri="{FF2B5EF4-FFF2-40B4-BE49-F238E27FC236}">
                <a16:creationId xmlns:a16="http://schemas.microsoft.com/office/drawing/2014/main" id="{784F816C-2360-9E69-66CA-69D17356B27D}"/>
              </a:ext>
            </a:extLst>
          </p:cNvPr>
          <p:cNvSpPr/>
          <p:nvPr userDrawn="1"/>
        </p:nvSpPr>
        <p:spPr>
          <a:xfrm>
            <a:off x="9017390" y="3773214"/>
            <a:ext cx="2586842" cy="2500585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5A1E6B8-3A06-96FD-DA73-CF5D6ACF06B0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9027401" y="3780834"/>
            <a:ext cx="2592387" cy="2512800"/>
          </a:xfrm>
        </p:spPr>
        <p:txBody>
          <a:bodyPr lIns="216000" tIns="216000" rIns="216000" bIns="216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sp>
        <p:nvSpPr>
          <p:cNvPr id="41" name="Ellipse">
            <a:extLst>
              <a:ext uri="{FF2B5EF4-FFF2-40B4-BE49-F238E27FC236}">
                <a16:creationId xmlns:a16="http://schemas.microsoft.com/office/drawing/2014/main" id="{6C281463-BE44-1247-9047-B11BA18A6D7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Ellipse">
            <a:extLst>
              <a:ext uri="{FF2B5EF4-FFF2-40B4-BE49-F238E27FC236}">
                <a16:creationId xmlns:a16="http://schemas.microsoft.com/office/drawing/2014/main" id="{8352D490-F084-6F1A-4917-72B37E171C5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Ellipse">
            <a:extLst>
              <a:ext uri="{FF2B5EF4-FFF2-40B4-BE49-F238E27FC236}">
                <a16:creationId xmlns:a16="http://schemas.microsoft.com/office/drawing/2014/main" id="{A3B64E77-9B1F-55FC-C01B-9D0FC4965C32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4222213-2738-2D64-1628-9525466F0865}"/>
              </a:ext>
            </a:extLst>
          </p:cNvPr>
          <p:cNvSpPr/>
          <p:nvPr userDrawn="1"/>
        </p:nvSpPr>
        <p:spPr>
          <a:xfrm>
            <a:off x="597207" y="2505082"/>
            <a:ext cx="2586842" cy="1051200"/>
          </a:xfrm>
          <a:prstGeom prst="roundRect">
            <a:avLst>
              <a:gd name="adj" fmla="val 2900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C415E855-F654-F209-77F1-1D6E9244EFF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7"/>
            </p:custDataLst>
          </p:nvPr>
        </p:nvSpPr>
        <p:spPr>
          <a:xfrm>
            <a:off x="607218" y="2504510"/>
            <a:ext cx="2588400" cy="1051772"/>
          </a:xfrm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" name="Прямоугольник: скругленные углы 1">
            <a:extLst>
              <a:ext uri="{FF2B5EF4-FFF2-40B4-BE49-F238E27FC236}">
                <a16:creationId xmlns:a16="http://schemas.microsoft.com/office/drawing/2014/main" id="{020ABCA8-BC65-967B-2BA5-A21D3B59D1CC}"/>
              </a:ext>
            </a:extLst>
          </p:cNvPr>
          <p:cNvSpPr/>
          <p:nvPr userDrawn="1"/>
        </p:nvSpPr>
        <p:spPr>
          <a:xfrm>
            <a:off x="3393272" y="2505082"/>
            <a:ext cx="2586842" cy="1051200"/>
          </a:xfrm>
          <a:prstGeom prst="roundRect">
            <a:avLst>
              <a:gd name="adj" fmla="val 2900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1">
            <a:extLst>
              <a:ext uri="{FF2B5EF4-FFF2-40B4-BE49-F238E27FC236}">
                <a16:creationId xmlns:a16="http://schemas.microsoft.com/office/drawing/2014/main" id="{23691C86-289A-4D21-92A1-D216E20FD283}"/>
              </a:ext>
            </a:extLst>
          </p:cNvPr>
          <p:cNvSpPr/>
          <p:nvPr userDrawn="1"/>
        </p:nvSpPr>
        <p:spPr>
          <a:xfrm>
            <a:off x="6209348" y="2505082"/>
            <a:ext cx="2586842" cy="1051200"/>
          </a:xfrm>
          <a:prstGeom prst="roundRect">
            <a:avLst>
              <a:gd name="adj" fmla="val 2900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1">
            <a:extLst>
              <a:ext uri="{FF2B5EF4-FFF2-40B4-BE49-F238E27FC236}">
                <a16:creationId xmlns:a16="http://schemas.microsoft.com/office/drawing/2014/main" id="{6741A1F1-CC2C-3D7C-E902-5B65CBA302AA}"/>
              </a:ext>
            </a:extLst>
          </p:cNvPr>
          <p:cNvSpPr/>
          <p:nvPr userDrawn="1"/>
        </p:nvSpPr>
        <p:spPr>
          <a:xfrm>
            <a:off x="9017390" y="2505082"/>
            <a:ext cx="2586842" cy="1051200"/>
          </a:xfrm>
          <a:prstGeom prst="roundRect">
            <a:avLst>
              <a:gd name="adj" fmla="val 2900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Subtitle Placeholder 2">
            <a:extLst>
              <a:ext uri="{FF2B5EF4-FFF2-40B4-BE49-F238E27FC236}">
                <a16:creationId xmlns:a16="http://schemas.microsoft.com/office/drawing/2014/main" id="{55F2C815-0FC6-4362-4B0B-810FC32DCD4B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8"/>
            </p:custDataLst>
          </p:nvPr>
        </p:nvSpPr>
        <p:spPr>
          <a:xfrm>
            <a:off x="3403281" y="2658398"/>
            <a:ext cx="2588400" cy="743995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Subtitle Placeholder 3">
            <a:extLst>
              <a:ext uri="{FF2B5EF4-FFF2-40B4-BE49-F238E27FC236}">
                <a16:creationId xmlns:a16="http://schemas.microsoft.com/office/drawing/2014/main" id="{00513D63-2094-E585-7788-1EAA947C83FF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19357" y="2658398"/>
            <a:ext cx="2588400" cy="743995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8" name="Subtitle Placeholder 4">
            <a:extLst>
              <a:ext uri="{FF2B5EF4-FFF2-40B4-BE49-F238E27FC236}">
                <a16:creationId xmlns:a16="http://schemas.microsoft.com/office/drawing/2014/main" id="{DC198F05-EE1B-0404-60C5-8F56FB33A48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10"/>
            </p:custDataLst>
          </p:nvPr>
        </p:nvSpPr>
        <p:spPr>
          <a:xfrm>
            <a:off x="9027399" y="2658398"/>
            <a:ext cx="2588400" cy="743995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494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11022582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Прямоугольник: скругленные углы 1">
            <a:extLst>
              <a:ext uri="{FF2B5EF4-FFF2-40B4-BE49-F238E27FC236}">
                <a16:creationId xmlns:a16="http://schemas.microsoft.com/office/drawing/2014/main" id="{FD34EF01-9E3F-5F8F-200F-0DE52BDBFD16}"/>
              </a:ext>
            </a:extLst>
          </p:cNvPr>
          <p:cNvSpPr/>
          <p:nvPr userDrawn="1"/>
        </p:nvSpPr>
        <p:spPr>
          <a:xfrm>
            <a:off x="597207" y="2244146"/>
            <a:ext cx="2586842" cy="4029653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954601B-60EB-3420-BC51-94CF749AB8F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07218" y="2972627"/>
            <a:ext cx="2592387" cy="2214860"/>
          </a:xfrm>
        </p:spPr>
        <p:txBody>
          <a:bodyPr lIns="216000" tIns="108000" rIns="216000" bIns="216000" anchor="t" anchorCtr="0">
            <a:sp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C415E855-F654-F209-77F1-1D6E9244EFF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07217" y="5420749"/>
            <a:ext cx="2607945" cy="853050"/>
          </a:xfrm>
        </p:spPr>
        <p:txBody>
          <a:bodyPr wrap="square" lIns="216000" tIns="108000" rIns="0" bIns="432000"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4" name="Овал 11">
            <a:extLst>
              <a:ext uri="{FF2B5EF4-FFF2-40B4-BE49-F238E27FC236}">
                <a16:creationId xmlns:a16="http://schemas.microsoft.com/office/drawing/2014/main" id="{B11EC1ED-A771-ACAA-393E-C700A0241DC0}"/>
              </a:ext>
            </a:extLst>
          </p:cNvPr>
          <p:cNvSpPr/>
          <p:nvPr userDrawn="1"/>
        </p:nvSpPr>
        <p:spPr>
          <a:xfrm>
            <a:off x="813207" y="246313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CD63FEA6-1591-7096-7171-CBDA0CDF759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748097" y="2560065"/>
            <a:ext cx="562221" cy="238137"/>
          </a:xfrm>
          <a:prstGeom prst="rect">
            <a:avLst/>
          </a:prstGeom>
        </p:spPr>
      </p:pic>
      <p:sp>
        <p:nvSpPr>
          <p:cNvPr id="26" name="Прямоугольник: скругленные углы 1">
            <a:extLst>
              <a:ext uri="{FF2B5EF4-FFF2-40B4-BE49-F238E27FC236}">
                <a16:creationId xmlns:a16="http://schemas.microsoft.com/office/drawing/2014/main" id="{34C323BA-DF95-469F-D6A2-F04FF4E1BBC3}"/>
              </a:ext>
            </a:extLst>
          </p:cNvPr>
          <p:cNvSpPr/>
          <p:nvPr userDrawn="1"/>
        </p:nvSpPr>
        <p:spPr>
          <a:xfrm>
            <a:off x="3393272" y="2244146"/>
            <a:ext cx="2586842" cy="4029653"/>
          </a:xfrm>
          <a:prstGeom prst="roundRect">
            <a:avLst>
              <a:gd name="adj" fmla="val 1192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57404DE-06FC-8867-6D9D-C9203E76A3A4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3403283" y="2972627"/>
            <a:ext cx="2592387" cy="2404656"/>
          </a:xfrm>
        </p:spPr>
        <p:txBody>
          <a:bodyPr lIns="216000" tIns="10800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8" name="Subtitle Placeholder 2">
            <a:extLst>
              <a:ext uri="{FF2B5EF4-FFF2-40B4-BE49-F238E27FC236}">
                <a16:creationId xmlns:a16="http://schemas.microsoft.com/office/drawing/2014/main" id="{55F2C815-0FC6-4362-4B0B-810FC32DCD4B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3403282" y="5420749"/>
            <a:ext cx="2596361" cy="853050"/>
          </a:xfrm>
        </p:spPr>
        <p:txBody>
          <a:bodyPr wrap="square" lIns="216000" tIns="108000" rIns="0" bIns="432000"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9" name="Овал 11">
            <a:extLst>
              <a:ext uri="{FF2B5EF4-FFF2-40B4-BE49-F238E27FC236}">
                <a16:creationId xmlns:a16="http://schemas.microsoft.com/office/drawing/2014/main" id="{759F655F-E9DB-EBEF-C333-C5B9574F4FF9}"/>
              </a:ext>
            </a:extLst>
          </p:cNvPr>
          <p:cNvSpPr/>
          <p:nvPr userDrawn="1"/>
        </p:nvSpPr>
        <p:spPr>
          <a:xfrm>
            <a:off x="3609272" y="2463133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9D6CDD7B-E6C9-2D9F-E14C-CEE53128C24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54542" b="3102"/>
          <a:stretch>
            <a:fillRect/>
          </a:stretch>
        </p:blipFill>
        <p:spPr>
          <a:xfrm rot="18900000">
            <a:off x="3544162" y="2560065"/>
            <a:ext cx="562221" cy="238137"/>
          </a:xfrm>
          <a:prstGeom prst="rect">
            <a:avLst/>
          </a:prstGeom>
        </p:spPr>
      </p:pic>
      <p:sp>
        <p:nvSpPr>
          <p:cNvPr id="36" name="Прямоугольник: скругленные углы 1">
            <a:extLst>
              <a:ext uri="{FF2B5EF4-FFF2-40B4-BE49-F238E27FC236}">
                <a16:creationId xmlns:a16="http://schemas.microsoft.com/office/drawing/2014/main" id="{784F816C-2360-9E69-66CA-69D17356B27D}"/>
              </a:ext>
            </a:extLst>
          </p:cNvPr>
          <p:cNvSpPr/>
          <p:nvPr userDrawn="1"/>
        </p:nvSpPr>
        <p:spPr>
          <a:xfrm>
            <a:off x="6199978" y="2244146"/>
            <a:ext cx="5404254" cy="4029653"/>
          </a:xfrm>
          <a:prstGeom prst="roundRect">
            <a:avLst>
              <a:gd name="adj" fmla="val 848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5A1E6B8-3A06-96FD-DA73-CF5D6ACF06B0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7"/>
            </p:custDataLst>
          </p:nvPr>
        </p:nvSpPr>
        <p:spPr>
          <a:xfrm>
            <a:off x="6203951" y="2972629"/>
            <a:ext cx="5415838" cy="2404656"/>
          </a:xfrm>
        </p:spPr>
        <p:txBody>
          <a:bodyPr lIns="216000" tIns="10800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DC198F05-EE1B-0404-60C5-8F56FB33A48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8"/>
            </p:custDataLst>
          </p:nvPr>
        </p:nvSpPr>
        <p:spPr>
          <a:xfrm>
            <a:off x="6184421" y="5420749"/>
            <a:ext cx="5410372" cy="853050"/>
          </a:xfrm>
        </p:spPr>
        <p:txBody>
          <a:bodyPr wrap="square" lIns="216000" tIns="108000" rIns="216000" bIns="432000"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9" name="Овал 11">
            <a:extLst>
              <a:ext uri="{FF2B5EF4-FFF2-40B4-BE49-F238E27FC236}">
                <a16:creationId xmlns:a16="http://schemas.microsoft.com/office/drawing/2014/main" id="{5C5500D9-1287-1F0D-7B51-1E6275AD468F}"/>
              </a:ext>
            </a:extLst>
          </p:cNvPr>
          <p:cNvSpPr/>
          <p:nvPr userDrawn="1"/>
        </p:nvSpPr>
        <p:spPr>
          <a:xfrm>
            <a:off x="6419842" y="246313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Graphic 2" descr="Star with solid fill">
            <a:extLst>
              <a:ext uri="{FF2B5EF4-FFF2-40B4-BE49-F238E27FC236}">
                <a16:creationId xmlns:a16="http://schemas.microsoft.com/office/drawing/2014/main" id="{A908A3EA-79F9-0D8B-2541-440A2C4ACF0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6393" y="2517296"/>
            <a:ext cx="323675" cy="323675"/>
          </a:xfrm>
          <a:prstGeom prst="rect">
            <a:avLst/>
          </a:prstGeom>
        </p:spPr>
      </p:pic>
      <p:sp>
        <p:nvSpPr>
          <p:cNvPr id="6" name="Ellipse">
            <a:extLst>
              <a:ext uri="{FF2B5EF4-FFF2-40B4-BE49-F238E27FC236}">
                <a16:creationId xmlns:a16="http://schemas.microsoft.com/office/drawing/2014/main" id="{0C411ED0-14A9-1D37-CAF2-40A248557339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17EED9ED-A214-2BD1-1177-C7A9DA5F61EF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17C17132-4264-DC47-59A6-EF4AB001BA9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797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Placeholder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11022582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ru-RU" dirty="0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Прямоугольник: скругленные углы 1">
            <a:extLst>
              <a:ext uri="{FF2B5EF4-FFF2-40B4-BE49-F238E27FC236}">
                <a16:creationId xmlns:a16="http://schemas.microsoft.com/office/drawing/2014/main" id="{FD34EF01-9E3F-5F8F-200F-0DE52BDBFD16}"/>
              </a:ext>
            </a:extLst>
          </p:cNvPr>
          <p:cNvSpPr/>
          <p:nvPr userDrawn="1"/>
        </p:nvSpPr>
        <p:spPr>
          <a:xfrm>
            <a:off x="597206" y="2861710"/>
            <a:ext cx="5173078" cy="3412089"/>
          </a:xfrm>
          <a:prstGeom prst="roundRect">
            <a:avLst>
              <a:gd name="adj" fmla="val 864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954601B-60EB-3420-BC51-94CF749AB8F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7205" y="2861710"/>
            <a:ext cx="5174954" cy="2524071"/>
          </a:xfrm>
        </p:spPr>
        <p:txBody>
          <a:bodyPr wrap="square" lIns="216000" tIns="43200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C415E855-F654-F209-77F1-1D6E9244EFF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597205" y="5420749"/>
            <a:ext cx="5174954" cy="853050"/>
          </a:xfrm>
        </p:spPr>
        <p:txBody>
          <a:bodyPr wrap="square" lIns="216000" tIns="108000" rIns="0" bIns="432000"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6" name="Прямоугольник: скругленные углы 1">
            <a:extLst>
              <a:ext uri="{FF2B5EF4-FFF2-40B4-BE49-F238E27FC236}">
                <a16:creationId xmlns:a16="http://schemas.microsoft.com/office/drawing/2014/main" id="{784F816C-2360-9E69-66CA-69D17356B27D}"/>
              </a:ext>
            </a:extLst>
          </p:cNvPr>
          <p:cNvSpPr/>
          <p:nvPr userDrawn="1"/>
        </p:nvSpPr>
        <p:spPr>
          <a:xfrm>
            <a:off x="6419842" y="2861710"/>
            <a:ext cx="5185411" cy="3412089"/>
          </a:xfrm>
          <a:prstGeom prst="roundRect">
            <a:avLst>
              <a:gd name="adj" fmla="val 848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5A1E6B8-3A06-96FD-DA73-CF5D6ACF06B0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6419842" y="2861709"/>
            <a:ext cx="5184783" cy="2523600"/>
          </a:xfrm>
        </p:spPr>
        <p:txBody>
          <a:bodyPr lIns="216000" tIns="432000" rIns="216000" bIns="21600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8" name="Subtitle Placeholder 2">
            <a:extLst>
              <a:ext uri="{FF2B5EF4-FFF2-40B4-BE49-F238E27FC236}">
                <a16:creationId xmlns:a16="http://schemas.microsoft.com/office/drawing/2014/main" id="{DC198F05-EE1B-0404-60C5-8F56FB33A48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6"/>
            </p:custDataLst>
          </p:nvPr>
        </p:nvSpPr>
        <p:spPr>
          <a:xfrm>
            <a:off x="6419842" y="5420749"/>
            <a:ext cx="5184783" cy="853050"/>
          </a:xfrm>
        </p:spPr>
        <p:txBody>
          <a:bodyPr wrap="square" lIns="216000" tIns="108000" rIns="216000" bIns="432000"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0C411ED0-14A9-1D37-CAF2-40A248557339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17EED9ED-A214-2BD1-1177-C7A9DA5F61EF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17C17132-4264-DC47-59A6-EF4AB001BA9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11">
            <a:extLst>
              <a:ext uri="{FF2B5EF4-FFF2-40B4-BE49-F238E27FC236}">
                <a16:creationId xmlns:a16="http://schemas.microsoft.com/office/drawing/2014/main" id="{B1B49C34-3AB7-6537-D34E-3D8290DBA0DE}"/>
              </a:ext>
            </a:extLst>
          </p:cNvPr>
          <p:cNvSpPr/>
          <p:nvPr userDrawn="1"/>
        </p:nvSpPr>
        <p:spPr>
          <a:xfrm>
            <a:off x="5880000" y="4351754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6FDD02F7-FCFF-81BB-C065-4ABDC85E7B9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54542" b="3102"/>
          <a:stretch>
            <a:fillRect/>
          </a:stretch>
        </p:blipFill>
        <p:spPr>
          <a:xfrm rot="16200000">
            <a:off x="5814890" y="4448686"/>
            <a:ext cx="562221" cy="238137"/>
          </a:xfrm>
          <a:prstGeom prst="rect">
            <a:avLst/>
          </a:prstGeom>
        </p:spPr>
      </p:pic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661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78CA354-4966-5529-3412-28186CE1286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8" name="Ellipse">
            <a:extLst>
              <a:ext uri="{FF2B5EF4-FFF2-40B4-BE49-F238E27FC236}">
                <a16:creationId xmlns:a16="http://schemas.microsoft.com/office/drawing/2014/main" id="{F9D16FFA-6BC8-E4E7-B4D4-7A775EF3679B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Ellipse">
            <a:extLst>
              <a:ext uri="{FF2B5EF4-FFF2-40B4-BE49-F238E27FC236}">
                <a16:creationId xmlns:a16="http://schemas.microsoft.com/office/drawing/2014/main" id="{B9E89B41-656D-412F-AF55-FFEA8038F99A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2C908739-3E73-B578-390A-125EFCB737F3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 5" descr="Open quotation mark with solid fill">
            <a:extLst>
              <a:ext uri="{FF2B5EF4-FFF2-40B4-BE49-F238E27FC236}">
                <a16:creationId xmlns:a16="http://schemas.microsoft.com/office/drawing/2014/main" id="{1745A7E9-90E0-7B74-C032-A4F264ABAB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068" y="1412240"/>
            <a:ext cx="1054644" cy="1054644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6F5B086-F112-7123-0719-9847AE5016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60101" y="2173272"/>
            <a:ext cx="8871799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4800" b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A2A842-062F-2FD7-9B2F-BF60B02E2140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4116388" y="5537734"/>
            <a:ext cx="3959225" cy="724814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10" name="Graphic 9" descr="Open quotation mark with solid fill">
            <a:extLst>
              <a:ext uri="{FF2B5EF4-FFF2-40B4-BE49-F238E27FC236}">
                <a16:creationId xmlns:a16="http://schemas.microsoft.com/office/drawing/2014/main" id="{A50EA128-CA33-8237-7B5B-7474E281583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547420" y="4401277"/>
            <a:ext cx="1054644" cy="1054644"/>
          </a:xfrm>
          <a:prstGeom prst="rect">
            <a:avLst/>
          </a:prstGeom>
        </p:spPr>
      </p:pic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68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1">
            <a:extLst>
              <a:ext uri="{FF2B5EF4-FFF2-40B4-BE49-F238E27FC236}">
                <a16:creationId xmlns:a16="http://schemas.microsoft.com/office/drawing/2014/main" id="{63587224-8A2A-3189-75B7-C1FCCEE17150}"/>
              </a:ext>
            </a:extLst>
          </p:cNvPr>
          <p:cNvSpPr/>
          <p:nvPr userDrawn="1"/>
        </p:nvSpPr>
        <p:spPr>
          <a:xfrm>
            <a:off x="4338384" y="1309407"/>
            <a:ext cx="7257600" cy="4968000"/>
          </a:xfrm>
          <a:prstGeom prst="roundRect">
            <a:avLst>
              <a:gd name="adj" fmla="val 678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5CAEE2A5-5825-35BB-EDBC-95C019A4AFB1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7722B7D4-4152-B127-B754-3B0F81EE73B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A8902D62-B293-E849-91F1-4442FCE31261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64CE893E-F8FA-E020-DF59-80A9D62248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87375" y="1309407"/>
            <a:ext cx="3529013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380ACB7-88D7-4D60-5EBC-A03D2569BF36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1A57F-64E8-F7FF-2257-3794128DE581}"/>
              </a:ext>
            </a:extLst>
          </p:cNvPr>
          <p:cNvSpPr>
            <a:spLocks noGrp="1"/>
          </p:cNvSpPr>
          <p:nvPr>
            <p:ph type="body" sz="quarter" idx="32"/>
            <p:custDataLst>
              <p:tags r:id="rId3"/>
            </p:custDataLst>
          </p:nvPr>
        </p:nvSpPr>
        <p:spPr>
          <a:xfrm>
            <a:off x="4338384" y="1309407"/>
            <a:ext cx="7257600" cy="4968000"/>
          </a:xfrm>
        </p:spPr>
        <p:txBody>
          <a:bodyPr lIns="216000" tIns="216000" rIns="216000" bIns="216000" anchor="ctr" anchorCtr="0">
            <a:normAutofit/>
          </a:bodyPr>
          <a:lstStyle>
            <a:lvl1pPr>
              <a:buClr>
                <a:schemeClr val="accent1"/>
              </a:buClr>
              <a:defRPr sz="1350"/>
            </a:lvl1pPr>
            <a:lvl2pPr>
              <a:buClr>
                <a:schemeClr val="accent1"/>
              </a:buClr>
              <a:defRPr sz="1350"/>
            </a:lvl2pPr>
            <a:lvl3pPr>
              <a:buClr>
                <a:schemeClr val="accent1"/>
              </a:buClr>
              <a:defRPr sz="1350"/>
            </a:lvl3pPr>
            <a:lvl4pPr>
              <a:buClr>
                <a:schemeClr val="accent1"/>
              </a:buClr>
              <a:defRPr sz="1350"/>
            </a:lvl4pPr>
            <a:lvl5pPr>
              <a:buClr>
                <a:schemeClr val="accent1"/>
              </a:buCl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0103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5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A451C37-D958-750B-4B3C-2B11B4FAF034}"/>
              </a:ext>
            </a:extLst>
          </p:cNvPr>
          <p:cNvSpPr/>
          <p:nvPr userDrawn="1"/>
        </p:nvSpPr>
        <p:spPr>
          <a:xfrm>
            <a:off x="587374" y="2275827"/>
            <a:ext cx="2016000" cy="3997973"/>
          </a:xfrm>
          <a:prstGeom prst="roundRect">
            <a:avLst>
              <a:gd name="adj" fmla="val 143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706ACC6-04C7-13B8-08BB-E31977982961}"/>
              </a:ext>
            </a:extLst>
          </p:cNvPr>
          <p:cNvSpPr/>
          <p:nvPr userDrawn="1"/>
        </p:nvSpPr>
        <p:spPr>
          <a:xfrm>
            <a:off x="2839782" y="2275542"/>
            <a:ext cx="2016000" cy="3997973"/>
          </a:xfrm>
          <a:prstGeom prst="roundRect">
            <a:avLst>
              <a:gd name="adj" fmla="val 143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EA0A164-56C3-3A3B-E54C-2629184282B0}"/>
              </a:ext>
            </a:extLst>
          </p:cNvPr>
          <p:cNvSpPr/>
          <p:nvPr userDrawn="1"/>
        </p:nvSpPr>
        <p:spPr>
          <a:xfrm>
            <a:off x="5092190" y="2275542"/>
            <a:ext cx="2016000" cy="3997973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7BD5C46-56C1-95F6-04C5-207F20B9199A}"/>
              </a:ext>
            </a:extLst>
          </p:cNvPr>
          <p:cNvSpPr/>
          <p:nvPr userDrawn="1"/>
        </p:nvSpPr>
        <p:spPr>
          <a:xfrm>
            <a:off x="7344598" y="2275542"/>
            <a:ext cx="2016000" cy="3997973"/>
          </a:xfrm>
          <a:prstGeom prst="roundRect">
            <a:avLst>
              <a:gd name="adj" fmla="val 1517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D1CC387C-962F-E9DD-B6AD-2EE5D59E625A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"/>
            </p:custDataLst>
          </p:nvPr>
        </p:nvSpPr>
        <p:spPr>
          <a:xfrm>
            <a:off x="2839782" y="2852241"/>
            <a:ext cx="2016000" cy="2088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E1482F17-790E-E75B-F8F6-55C1B63E919A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2"/>
            </p:custDataLst>
          </p:nvPr>
        </p:nvSpPr>
        <p:spPr>
          <a:xfrm>
            <a:off x="2839782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71F580E8-5298-1D6B-3ED8-AB74C79B8A6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3"/>
            </p:custDataLst>
          </p:nvPr>
        </p:nvSpPr>
        <p:spPr>
          <a:xfrm>
            <a:off x="5092190" y="2852241"/>
            <a:ext cx="2016000" cy="2088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Subtitle Placeholder">
            <a:extLst>
              <a:ext uri="{FF2B5EF4-FFF2-40B4-BE49-F238E27FC236}">
                <a16:creationId xmlns:a16="http://schemas.microsoft.com/office/drawing/2014/main" id="{FA820685-BBD2-568B-6EF8-3D9A4C50DB4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4"/>
            </p:custDataLst>
          </p:nvPr>
        </p:nvSpPr>
        <p:spPr>
          <a:xfrm>
            <a:off x="5092190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483D4E07-2B5D-8779-F5A5-C0D0D63AA84F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5"/>
            </p:custDataLst>
          </p:nvPr>
        </p:nvSpPr>
        <p:spPr>
          <a:xfrm>
            <a:off x="587374" y="2852241"/>
            <a:ext cx="2016000" cy="2087852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9809A8A5-796C-BFB1-169A-1EE4E7A5D6CC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6"/>
            </p:custDataLst>
          </p:nvPr>
        </p:nvSpPr>
        <p:spPr>
          <a:xfrm>
            <a:off x="587374" y="4950603"/>
            <a:ext cx="2016000" cy="1324800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7ED11787-EAAE-3B9B-32C6-0E663BDFDA6E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7"/>
            </p:custDataLst>
          </p:nvPr>
        </p:nvSpPr>
        <p:spPr>
          <a:xfrm>
            <a:off x="7344598" y="2852241"/>
            <a:ext cx="2016000" cy="2088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Subtitle Placeholder">
            <a:extLst>
              <a:ext uri="{FF2B5EF4-FFF2-40B4-BE49-F238E27FC236}">
                <a16:creationId xmlns:a16="http://schemas.microsoft.com/office/drawing/2014/main" id="{92CD3072-51D0-544D-F548-5CB43A15A25A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8"/>
            </p:custDataLst>
          </p:nvPr>
        </p:nvSpPr>
        <p:spPr>
          <a:xfrm>
            <a:off x="7344598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78AC21A-D626-1C58-C939-110186E009B9}"/>
              </a:ext>
            </a:extLst>
          </p:cNvPr>
          <p:cNvSpPr/>
          <p:nvPr userDrawn="1"/>
        </p:nvSpPr>
        <p:spPr>
          <a:xfrm>
            <a:off x="9597006" y="2275542"/>
            <a:ext cx="2016000" cy="3997973"/>
          </a:xfrm>
          <a:prstGeom prst="roundRect">
            <a:avLst>
              <a:gd name="adj" fmla="val 151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11316F0F-7C0E-DAD1-72C4-079BE6D9384C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9"/>
            </p:custDataLst>
          </p:nvPr>
        </p:nvSpPr>
        <p:spPr>
          <a:xfrm>
            <a:off x="9597006" y="2852241"/>
            <a:ext cx="2016000" cy="2088000"/>
          </a:xfrm>
        </p:spPr>
        <p:txBody>
          <a:bodyPr lIns="216000" tIns="216000" rIns="216000" bIns="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1" name="Subtitle Placeholder">
            <a:extLst>
              <a:ext uri="{FF2B5EF4-FFF2-40B4-BE49-F238E27FC236}">
                <a16:creationId xmlns:a16="http://schemas.microsoft.com/office/drawing/2014/main" id="{46315B6F-F2A5-E5F5-B51E-0F80C16D3CA4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0"/>
            </p:custDataLst>
          </p:nvPr>
        </p:nvSpPr>
        <p:spPr>
          <a:xfrm>
            <a:off x="9597006" y="4950603"/>
            <a:ext cx="2016000" cy="1323197"/>
          </a:xfrm>
        </p:spPr>
        <p:txBody>
          <a:bodyPr wrap="square" lIns="216000" tIns="108000" rIns="216000" bIns="288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6560AC-8983-4A80-8CB4-32832B7A7E3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97207" y="1309407"/>
            <a:ext cx="11007419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8A6E1B3A-7870-E08C-C845-A09D8E96C60A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7A208CA6-0D7F-B2E9-7C97-101FA36A7B61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A9FD348A-81FD-3253-F1B0-774FA29BB2F4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32ED264-97AE-563A-B9CF-670F759E43A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4" name="Овал 11">
            <a:extLst>
              <a:ext uri="{FF2B5EF4-FFF2-40B4-BE49-F238E27FC236}">
                <a16:creationId xmlns:a16="http://schemas.microsoft.com/office/drawing/2014/main" id="{7A0EB13B-A6D7-F9EA-A8D1-C21A4A9ED741}"/>
              </a:ext>
            </a:extLst>
          </p:cNvPr>
          <p:cNvSpPr/>
          <p:nvPr userDrawn="1"/>
        </p:nvSpPr>
        <p:spPr>
          <a:xfrm>
            <a:off x="813207" y="2463133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56BD33F0-131B-48A5-F74C-28FAD898F90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54542" b="3102"/>
          <a:stretch>
            <a:fillRect/>
          </a:stretch>
        </p:blipFill>
        <p:spPr>
          <a:xfrm>
            <a:off x="748097" y="2560065"/>
            <a:ext cx="562221" cy="238137"/>
          </a:xfrm>
          <a:prstGeom prst="rect">
            <a:avLst/>
          </a:prstGeom>
        </p:spPr>
      </p:pic>
      <p:sp>
        <p:nvSpPr>
          <p:cNvPr id="20" name="Овал 11">
            <a:extLst>
              <a:ext uri="{FF2B5EF4-FFF2-40B4-BE49-F238E27FC236}">
                <a16:creationId xmlns:a16="http://schemas.microsoft.com/office/drawing/2014/main" id="{7475D353-82CA-96E7-9B5A-3B65D22DB553}"/>
              </a:ext>
            </a:extLst>
          </p:cNvPr>
          <p:cNvSpPr/>
          <p:nvPr userDrawn="1"/>
        </p:nvSpPr>
        <p:spPr>
          <a:xfrm>
            <a:off x="3066457" y="240987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123BB6EE-EAA8-968D-2D2B-EFCB849BFB4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>
            <a:off x="3001347" y="2506811"/>
            <a:ext cx="562221" cy="238137"/>
          </a:xfrm>
          <a:prstGeom prst="rect">
            <a:avLst/>
          </a:prstGeom>
        </p:spPr>
      </p:pic>
      <p:sp>
        <p:nvSpPr>
          <p:cNvPr id="24" name="Овал 11">
            <a:extLst>
              <a:ext uri="{FF2B5EF4-FFF2-40B4-BE49-F238E27FC236}">
                <a16:creationId xmlns:a16="http://schemas.microsoft.com/office/drawing/2014/main" id="{8CFBB2A4-66E6-A113-05CC-2A79C6F34DA4}"/>
              </a:ext>
            </a:extLst>
          </p:cNvPr>
          <p:cNvSpPr/>
          <p:nvPr userDrawn="1"/>
        </p:nvSpPr>
        <p:spPr>
          <a:xfrm>
            <a:off x="5318444" y="240987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A675FE56-7F87-8A51-C92E-24631824784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>
            <a:off x="5253334" y="2506811"/>
            <a:ext cx="562221" cy="238137"/>
          </a:xfrm>
          <a:prstGeom prst="rect">
            <a:avLst/>
          </a:prstGeom>
        </p:spPr>
      </p:pic>
      <p:sp>
        <p:nvSpPr>
          <p:cNvPr id="34" name="Овал 11">
            <a:extLst>
              <a:ext uri="{FF2B5EF4-FFF2-40B4-BE49-F238E27FC236}">
                <a16:creationId xmlns:a16="http://schemas.microsoft.com/office/drawing/2014/main" id="{D1FED975-92A2-A494-E356-873020619DB9}"/>
              </a:ext>
            </a:extLst>
          </p:cNvPr>
          <p:cNvSpPr/>
          <p:nvPr userDrawn="1"/>
        </p:nvSpPr>
        <p:spPr>
          <a:xfrm>
            <a:off x="7566592" y="2409879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5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5036A6E1-A9A6-8651-EE30-CEEA163D8F4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54542" b="3102"/>
          <a:stretch>
            <a:fillRect/>
          </a:stretch>
        </p:blipFill>
        <p:spPr>
          <a:xfrm>
            <a:off x="7501482" y="2506811"/>
            <a:ext cx="562221" cy="238137"/>
          </a:xfrm>
          <a:prstGeom prst="rect">
            <a:avLst/>
          </a:prstGeom>
        </p:spPr>
      </p:pic>
      <p:sp>
        <p:nvSpPr>
          <p:cNvPr id="37" name="Овал 11">
            <a:extLst>
              <a:ext uri="{FF2B5EF4-FFF2-40B4-BE49-F238E27FC236}">
                <a16:creationId xmlns:a16="http://schemas.microsoft.com/office/drawing/2014/main" id="{AAEB4EF8-5791-6108-DB01-DDBA7AD6D0C1}"/>
              </a:ext>
            </a:extLst>
          </p:cNvPr>
          <p:cNvSpPr/>
          <p:nvPr userDrawn="1"/>
        </p:nvSpPr>
        <p:spPr>
          <a:xfrm>
            <a:off x="9823260" y="2409879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" name="Рисунок 12" descr="Стрелка вниз со сплошной заливкой">
            <a:extLst>
              <a:ext uri="{FF2B5EF4-FFF2-40B4-BE49-F238E27FC236}">
                <a16:creationId xmlns:a16="http://schemas.microsoft.com/office/drawing/2014/main" id="{9CD0F543-28AE-E014-F080-82ECF60BF74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54542" b="3102"/>
          <a:stretch>
            <a:fillRect/>
          </a:stretch>
        </p:blipFill>
        <p:spPr>
          <a:xfrm>
            <a:off x="9758150" y="2506811"/>
            <a:ext cx="562221" cy="238137"/>
          </a:xfrm>
          <a:prstGeom prst="rect">
            <a:avLst/>
          </a:prstGeom>
        </p:spPr>
      </p:pic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50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Image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858302"/>
            <a:ext cx="11016000" cy="41549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7C98F59F-A6C9-2B50-6862-5346466525A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1309407"/>
            <a:ext cx="1100741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000" spc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02FABE68-D98C-B865-1E4E-339575F280A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0A0EB275-2511-BE54-B124-BB08057C5C3B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A5F67B1-BD39-8C45-D33B-9E3AE3AFFF4C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B80DB90-F401-A090-2022-8CC8A7F596A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79F6F6C-B0C0-FD55-BA23-AAC3C485E66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1802406"/>
            <a:ext cx="11017250" cy="3839898"/>
          </a:xfrm>
          <a:prstGeom prst="roundRect">
            <a:avLst>
              <a:gd name="adj" fmla="val 11209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4861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bulle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F5B58ABD-0DB8-F2A8-6CE7-3B8D7570AE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584200"/>
            <a:ext cx="5400674" cy="568914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CA8BA05A-4DCA-F797-B924-5AA579AB0836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Ellipse">
            <a:extLst>
              <a:ext uri="{FF2B5EF4-FFF2-40B4-BE49-F238E27FC236}">
                <a16:creationId xmlns:a16="http://schemas.microsoft.com/office/drawing/2014/main" id="{E7D60930-12F6-701A-BC78-1B87D0D94F0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4C560EE8-6360-8451-B689-CCEDB3E0C3B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CD7676F1-A573-51B3-E4B7-8720FFE7F23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512423" y="586604"/>
            <a:ext cx="4475627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58620C0-1826-D92F-7784-C05EE8309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208" y="1309407"/>
            <a:ext cx="5390842" cy="1329595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4E22C4B1-7E49-FB7E-4C6F-33773DCE17FA}"/>
              </a:ext>
            </a:extLst>
          </p:cNvPr>
          <p:cNvSpPr>
            <a:spLocks noGrp="1"/>
          </p:cNvSpPr>
          <p:nvPr>
            <p:ph type="body" idx="25"/>
            <p:custDataLst>
              <p:tags r:id="rId2"/>
            </p:custDataLst>
          </p:nvPr>
        </p:nvSpPr>
        <p:spPr>
          <a:xfrm>
            <a:off x="597765" y="3041405"/>
            <a:ext cx="5390284" cy="3231654"/>
          </a:xfrm>
        </p:spPr>
        <p:txBody>
          <a:bodyPr wrap="square" lIns="0" tIns="0" rIns="216000" bIns="0" anchor="ctr" anchorCtr="0">
            <a:noAutofit/>
          </a:bodyPr>
          <a:lstStyle>
            <a:lvl1pPr marL="0" marR="0" indent="266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1608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creen-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650552"/>
            <a:ext cx="11016000" cy="62324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Titl">
            <a:extLst>
              <a:ext uri="{FF2B5EF4-FFF2-40B4-BE49-F238E27FC236}">
                <a16:creationId xmlns:a16="http://schemas.microsoft.com/office/drawing/2014/main" id="{7C98F59F-A6C9-2B50-6862-534646652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02FABE68-D98C-B865-1E4E-339575F280A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0A0EB275-2511-BE54-B124-BB08057C5C3B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A5F67B1-BD39-8C45-D33B-9E3AE3AFFF4C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B80DB90-F401-A090-2022-8CC8A7F596A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F1E030C2-BCA9-6AC1-5CEF-18F8CC03D0E9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588000" y="2171700"/>
            <a:ext cx="11016000" cy="326285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317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lipse">
            <a:extLst>
              <a:ext uri="{FF2B5EF4-FFF2-40B4-BE49-F238E27FC236}">
                <a16:creationId xmlns:a16="http://schemas.microsoft.com/office/drawing/2014/main" id="{CA8BA05A-4DCA-F797-B924-5AA579AB0836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Ellipse">
            <a:extLst>
              <a:ext uri="{FF2B5EF4-FFF2-40B4-BE49-F238E27FC236}">
                <a16:creationId xmlns:a16="http://schemas.microsoft.com/office/drawing/2014/main" id="{E7D60930-12F6-701A-BC78-1B87D0D94F09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4C560EE8-6360-8451-B689-CCEDB3E0C3BA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CD7676F1-A573-51B3-E4B7-8720FFE7F234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512423" y="586604"/>
            <a:ext cx="4475627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58620C0-1826-D92F-7784-C05EE8309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207" y="1309407"/>
            <a:ext cx="5390843" cy="1329595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4E22C4B1-7E49-FB7E-4C6F-33773DCE17FA}"/>
              </a:ext>
            </a:extLst>
          </p:cNvPr>
          <p:cNvSpPr>
            <a:spLocks noGrp="1"/>
          </p:cNvSpPr>
          <p:nvPr>
            <p:ph type="body" idx="25"/>
            <p:custDataLst>
              <p:tags r:id="rId2"/>
            </p:custDataLst>
          </p:nvPr>
        </p:nvSpPr>
        <p:spPr>
          <a:xfrm>
            <a:off x="6203950" y="1161804"/>
            <a:ext cx="5400674" cy="5103961"/>
          </a:xfrm>
        </p:spPr>
        <p:txBody>
          <a:bodyPr wrap="square" lIns="0" tIns="0" rIns="0" bIns="0" anchor="b" anchorCtr="0">
            <a:noAutofit/>
          </a:bodyPr>
          <a:lstStyle>
            <a:lvl1pPr marL="0" marR="0" indent="2667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333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066C2E0-EACD-7CB7-D754-91C063112B6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07419" cy="13295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C2EEA550-955E-5D3C-D83C-C55432BB09E5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552E557-E055-AD84-C261-1D7A7B11A72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63FDD438-759C-433D-E846-753E488C0B0D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6436BFC-C368-0FAA-E21F-E1B288D9FB6C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">
            <a:extLst>
              <a:ext uri="{FF2B5EF4-FFF2-40B4-BE49-F238E27FC236}">
                <a16:creationId xmlns:a16="http://schemas.microsoft.com/office/drawing/2014/main" id="{C2EEA550-955E-5D3C-D83C-C55432BB09E5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1552E557-E055-AD84-C261-1D7A7B11A72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63FDD438-759C-433D-E846-753E488C0B0D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D53115C-292D-F124-0890-B86F34E4320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DEC381A-B2DE-C3A8-3E5B-47D8381F3662}"/>
              </a:ext>
            </a:extLst>
          </p:cNvPr>
          <p:cNvSpPr/>
          <p:nvPr userDrawn="1"/>
        </p:nvSpPr>
        <p:spPr>
          <a:xfrm>
            <a:off x="587374" y="2267534"/>
            <a:ext cx="5400675" cy="4003200"/>
          </a:xfrm>
          <a:prstGeom prst="roundRect">
            <a:avLst>
              <a:gd name="adj" fmla="val 59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B84FDAFE-2025-93E2-A772-A1ED82C59AFF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87374" y="2267534"/>
            <a:ext cx="5400675" cy="4003862"/>
          </a:xfrm>
        </p:spPr>
        <p:txBody>
          <a:bodyPr wrap="square" lIns="252000" tIns="216000" rIns="216000" bIns="216000" anchor="ctr" anchorCtr="0">
            <a:spAutoFit/>
          </a:bodyPr>
          <a:lstStyle>
            <a:lvl1pPr marL="0" marR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3" name="Title">
            <a:extLst>
              <a:ext uri="{FF2B5EF4-FFF2-40B4-BE49-F238E27FC236}">
                <a16:creationId xmlns:a16="http://schemas.microsoft.com/office/drawing/2014/main" id="{CCF81269-AA60-6BC7-7C25-ABA85598C7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8CA1DE8B-BFFD-C31C-4B5E-2296A71AA21C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3BED9ED3-D901-399C-6F8C-E2F6A005BB1C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53DA1B90-1D12-41AC-A16C-06D7BA0280A5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Footer Placeholder">
            <a:extLst>
              <a:ext uri="{FF2B5EF4-FFF2-40B4-BE49-F238E27FC236}">
                <a16:creationId xmlns:a16="http://schemas.microsoft.com/office/drawing/2014/main" id="{0DE9060C-7E32-6F63-8CEF-81D27503EF8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9" name="Прямоугольник: скругленные углы 1">
            <a:extLst>
              <a:ext uri="{FF2B5EF4-FFF2-40B4-BE49-F238E27FC236}">
                <a16:creationId xmlns:a16="http://schemas.microsoft.com/office/drawing/2014/main" id="{4A9436D0-C5FE-A8F0-8A6E-6220E1549762}"/>
              </a:ext>
            </a:extLst>
          </p:cNvPr>
          <p:cNvSpPr/>
          <p:nvPr userDrawn="1"/>
        </p:nvSpPr>
        <p:spPr>
          <a:xfrm>
            <a:off x="6203953" y="2267534"/>
            <a:ext cx="5400675" cy="4003200"/>
          </a:xfrm>
          <a:prstGeom prst="roundRect">
            <a:avLst>
              <a:gd name="adj" fmla="val 59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ubtitle Placeholder 2">
            <a:extLst>
              <a:ext uri="{FF2B5EF4-FFF2-40B4-BE49-F238E27FC236}">
                <a16:creationId xmlns:a16="http://schemas.microsoft.com/office/drawing/2014/main" id="{3E42E35F-C7D8-BA6D-D688-997E1A60C58A}"/>
              </a:ext>
            </a:extLst>
          </p:cNvPr>
          <p:cNvSpPr>
            <a:spLocks noGrp="1"/>
          </p:cNvSpPr>
          <p:nvPr>
            <p:ph type="body" idx="26"/>
            <p:custDataLst>
              <p:tags r:id="rId4"/>
            </p:custDataLst>
          </p:nvPr>
        </p:nvSpPr>
        <p:spPr>
          <a:xfrm>
            <a:off x="6203953" y="2267534"/>
            <a:ext cx="5400675" cy="4003862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marR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76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3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bulle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">
            <a:extLst>
              <a:ext uri="{FF2B5EF4-FFF2-40B4-BE49-F238E27FC236}">
                <a16:creationId xmlns:a16="http://schemas.microsoft.com/office/drawing/2014/main" id="{4B923264-919E-3D47-67AB-B7E8C93CFC38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536A0A72-B878-F1DF-B1D4-B47C5E598B7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0C3BB318-FF96-DEF4-B443-983284A9D6A9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22994CB-9DF9-D38B-E961-F5196F3C253D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Прямоугольник: скругленные углы 1">
            <a:extLst>
              <a:ext uri="{FF2B5EF4-FFF2-40B4-BE49-F238E27FC236}">
                <a16:creationId xmlns:a16="http://schemas.microsoft.com/office/drawing/2014/main" id="{9B3748CA-3CDD-4DE5-8F35-8577E4CC7B33}"/>
              </a:ext>
            </a:extLst>
          </p:cNvPr>
          <p:cNvSpPr/>
          <p:nvPr userDrawn="1"/>
        </p:nvSpPr>
        <p:spPr>
          <a:xfrm>
            <a:off x="587374" y="2267534"/>
            <a:ext cx="5400675" cy="4003200"/>
          </a:xfrm>
          <a:prstGeom prst="roundRect">
            <a:avLst>
              <a:gd name="adj" fmla="val 59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E1BF1A16-58DB-B1F3-12DD-A0C3BA18DC68}"/>
              </a:ext>
            </a:extLst>
          </p:cNvPr>
          <p:cNvSpPr>
            <a:spLocks noGrp="1"/>
          </p:cNvSpPr>
          <p:nvPr>
            <p:ph type="body" idx="25"/>
            <p:custDataLst>
              <p:tags r:id="rId2"/>
            </p:custDataLst>
          </p:nvPr>
        </p:nvSpPr>
        <p:spPr>
          <a:xfrm>
            <a:off x="587374" y="2267534"/>
            <a:ext cx="5400675" cy="4003862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marR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A9515E86-7547-8262-9679-604C73BCFF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9" name="Прямоугольник: скругленные углы 1">
            <a:extLst>
              <a:ext uri="{FF2B5EF4-FFF2-40B4-BE49-F238E27FC236}">
                <a16:creationId xmlns:a16="http://schemas.microsoft.com/office/drawing/2014/main" id="{D27D01E0-F3F6-080D-EAEF-872759DD96D9}"/>
              </a:ext>
            </a:extLst>
          </p:cNvPr>
          <p:cNvSpPr/>
          <p:nvPr userDrawn="1"/>
        </p:nvSpPr>
        <p:spPr>
          <a:xfrm>
            <a:off x="6203953" y="2266872"/>
            <a:ext cx="5400675" cy="4003200"/>
          </a:xfrm>
          <a:prstGeom prst="roundRect">
            <a:avLst>
              <a:gd name="adj" fmla="val 59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3C0EE74-DEBA-380A-BE3F-39928E710A77}"/>
              </a:ext>
            </a:extLst>
          </p:cNvPr>
          <p:cNvSpPr>
            <a:spLocks noGrp="1"/>
          </p:cNvSpPr>
          <p:nvPr>
            <p:ph type="body" idx="26"/>
            <p:custDataLst>
              <p:tags r:id="rId4"/>
            </p:custDataLst>
          </p:nvPr>
        </p:nvSpPr>
        <p:spPr>
          <a:xfrm>
            <a:off x="6203953" y="2266872"/>
            <a:ext cx="5400675" cy="4003862"/>
          </a:xfrm>
        </p:spPr>
        <p:txBody>
          <a:bodyPr wrap="square" lIns="216000" tIns="216000" rIns="216000" bIns="216000" anchor="ctr" anchorCtr="0">
            <a:spAutoFit/>
          </a:bodyPr>
          <a:lstStyle>
            <a:lvl1pPr marL="0" marR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98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Tahoma" panose="020B0604030504040204" pitchFamily="34" charset="0"/>
              <a:buChar char="►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7464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detail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">
            <a:extLst>
              <a:ext uri="{FF2B5EF4-FFF2-40B4-BE49-F238E27FC236}">
                <a16:creationId xmlns:a16="http://schemas.microsoft.com/office/drawing/2014/main" id="{2520F2FA-69F3-B08B-C9ED-CC76F338F352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87375" y="1808764"/>
            <a:ext cx="11017250" cy="4465037"/>
          </a:xfrm>
        </p:spPr>
        <p:txBody>
          <a:bodyPr/>
          <a:lstStyle/>
          <a:p>
            <a:endParaRPr lang="ru-RU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2A0BD75-D218-6743-2712-593BF4E76D6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8" y="1309407"/>
            <a:ext cx="11017250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000" spc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" name="Ellipse">
            <a:extLst>
              <a:ext uri="{FF2B5EF4-FFF2-40B4-BE49-F238E27FC236}">
                <a16:creationId xmlns:a16="http://schemas.microsoft.com/office/drawing/2014/main" id="{3A8D257E-0B27-9BF5-AF53-8CC0896B996A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B5B93795-9B9A-6A2C-6B58-C0BE3DE9A6A4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4B9D5489-0A76-9FA4-7F04-167EE4709306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DD92493-2DCA-C68F-06BD-5E55D01BA13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948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s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48112CE-69B1-72D8-D066-7C9A90A77CC9}"/>
              </a:ext>
            </a:extLst>
          </p:cNvPr>
          <p:cNvSpPr/>
          <p:nvPr userDrawn="1"/>
        </p:nvSpPr>
        <p:spPr>
          <a:xfrm>
            <a:off x="7292051" y="2489715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25400" cap="rnd">
            <a:solidFill>
              <a:schemeClr val="accent5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DA48F15-CA24-1353-958B-629642B0E302}"/>
              </a:ext>
            </a:extLst>
          </p:cNvPr>
          <p:cNvSpPr/>
          <p:nvPr userDrawn="1"/>
        </p:nvSpPr>
        <p:spPr>
          <a:xfrm flipV="1">
            <a:off x="7292051" y="5423017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25400" cap="rnd">
            <a:solidFill>
              <a:schemeClr val="accent5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E4D2055-3BB0-ED18-2F05-7F54AB392136}"/>
              </a:ext>
            </a:extLst>
          </p:cNvPr>
          <p:cNvSpPr/>
          <p:nvPr userDrawn="1"/>
        </p:nvSpPr>
        <p:spPr>
          <a:xfrm flipH="1">
            <a:off x="3416027" y="2489715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25400" cap="rnd">
            <a:solidFill>
              <a:schemeClr val="accent5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DB7AF34-914B-2785-579E-95818C922181}"/>
              </a:ext>
            </a:extLst>
          </p:cNvPr>
          <p:cNvSpPr/>
          <p:nvPr userDrawn="1"/>
        </p:nvSpPr>
        <p:spPr>
          <a:xfrm flipH="1" flipV="1">
            <a:off x="3416027" y="5423017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25400" cap="rnd">
            <a:solidFill>
              <a:schemeClr val="accent5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701A77F-3F56-CD18-BB7D-9EB1DC5C0B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" name="Ellipse">
            <a:extLst>
              <a:ext uri="{FF2B5EF4-FFF2-40B4-BE49-F238E27FC236}">
                <a16:creationId xmlns:a16="http://schemas.microsoft.com/office/drawing/2014/main" id="{4BDBECF9-DB34-92C5-7CDA-422E5D1DE174}"/>
              </a:ext>
            </a:extLst>
          </p:cNvPr>
          <p:cNvSpPr/>
          <p:nvPr userDrawn="1"/>
        </p:nvSpPr>
        <p:spPr>
          <a:xfrm>
            <a:off x="587375" y="60809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78F772F3-7657-B77F-33E0-AE26AA139A85}"/>
              </a:ext>
            </a:extLst>
          </p:cNvPr>
          <p:cNvSpPr/>
          <p:nvPr userDrawn="1"/>
        </p:nvSpPr>
        <p:spPr>
          <a:xfrm>
            <a:off x="895725" y="608091"/>
            <a:ext cx="144000" cy="14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C82AC125-CFE4-4B8F-91CC-A89EEA5C1527}"/>
              </a:ext>
            </a:extLst>
          </p:cNvPr>
          <p:cNvSpPr/>
          <p:nvPr userDrawn="1"/>
        </p:nvSpPr>
        <p:spPr>
          <a:xfrm>
            <a:off x="1204074" y="608091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F17186-F990-95C9-2A7C-3CD15E4B09C7}"/>
              </a:ext>
            </a:extLst>
          </p:cNvPr>
          <p:cNvGrpSpPr/>
          <p:nvPr userDrawn="1"/>
        </p:nvGrpSpPr>
        <p:grpSpPr>
          <a:xfrm>
            <a:off x="4304030" y="2440080"/>
            <a:ext cx="3583940" cy="3583941"/>
            <a:chOff x="4304030" y="2342361"/>
            <a:chExt cx="3583940" cy="3583941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B17A118D-F887-7080-915D-C4D78CA6D779}"/>
                </a:ext>
              </a:extLst>
            </p:cNvPr>
            <p:cNvSpPr/>
            <p:nvPr userDrawn="1"/>
          </p:nvSpPr>
          <p:spPr>
            <a:xfrm rot="5400000"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" name="Block Arc 11">
              <a:extLst>
                <a:ext uri="{FF2B5EF4-FFF2-40B4-BE49-F238E27FC236}">
                  <a16:creationId xmlns:a16="http://schemas.microsoft.com/office/drawing/2014/main" id="{638B7A18-25D7-DD0D-4B73-617BA8406D56}"/>
                </a:ext>
              </a:extLst>
            </p:cNvPr>
            <p:cNvSpPr/>
            <p:nvPr userDrawn="1"/>
          </p:nvSpPr>
          <p:spPr>
            <a:xfrm rot="10800000"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762BAC4C-696B-72B1-88CA-C2AC74653347}"/>
                </a:ext>
              </a:extLst>
            </p:cNvPr>
            <p:cNvSpPr/>
            <p:nvPr userDrawn="1"/>
          </p:nvSpPr>
          <p:spPr>
            <a:xfrm rot="16200000">
              <a:off x="4304030" y="2342362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Block Arc 13">
              <a:extLst>
                <a:ext uri="{FF2B5EF4-FFF2-40B4-BE49-F238E27FC236}">
                  <a16:creationId xmlns:a16="http://schemas.microsoft.com/office/drawing/2014/main" id="{E002897F-1F6B-7EC0-6B4B-682C61BC1918}"/>
                </a:ext>
              </a:extLst>
            </p:cNvPr>
            <p:cNvSpPr/>
            <p:nvPr userDrawn="1"/>
          </p:nvSpPr>
          <p:spPr>
            <a:xfrm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7325B39-B7D4-D5F5-F79C-A28EEAC81CB6}"/>
              </a:ext>
            </a:extLst>
          </p:cNvPr>
          <p:cNvSpPr/>
          <p:nvPr userDrawn="1"/>
        </p:nvSpPr>
        <p:spPr>
          <a:xfrm>
            <a:off x="6871374" y="2625490"/>
            <a:ext cx="831186" cy="831186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D88E84-C21C-BBAB-F08E-1E00A6298CE3}"/>
              </a:ext>
            </a:extLst>
          </p:cNvPr>
          <p:cNvSpPr/>
          <p:nvPr userDrawn="1"/>
        </p:nvSpPr>
        <p:spPr>
          <a:xfrm>
            <a:off x="6871374" y="5007424"/>
            <a:ext cx="831186" cy="831186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6A89CF-5486-BC49-0DB5-1ECDC97F721F}"/>
              </a:ext>
            </a:extLst>
          </p:cNvPr>
          <p:cNvSpPr/>
          <p:nvPr userDrawn="1"/>
        </p:nvSpPr>
        <p:spPr>
          <a:xfrm>
            <a:off x="4505142" y="5007424"/>
            <a:ext cx="831186" cy="831186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CE80BE-5FFE-1D70-1956-7C7D0D233567}"/>
              </a:ext>
            </a:extLst>
          </p:cNvPr>
          <p:cNvSpPr/>
          <p:nvPr userDrawn="1"/>
        </p:nvSpPr>
        <p:spPr>
          <a:xfrm>
            <a:off x="4505142" y="2625490"/>
            <a:ext cx="831186" cy="831186"/>
          </a:xfrm>
          <a:prstGeom prst="ellipse">
            <a:avLst/>
          </a:prstGeom>
          <a:solidFill>
            <a:schemeClr val="accent5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0E87C50-CF0E-9173-417E-FDE322B8C58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244545" y="3380595"/>
            <a:ext cx="1702911" cy="1702911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D12291B6-11B4-3D21-477F-21CA6A3309AD}"/>
              </a:ext>
            </a:extLst>
          </p:cNvPr>
          <p:cNvSpPr>
            <a:spLocks noGrp="1"/>
          </p:cNvSpPr>
          <p:nvPr>
            <p:ph type="body" idx="25"/>
            <p:custDataLst>
              <p:tags r:id="rId2"/>
            </p:custDataLst>
          </p:nvPr>
        </p:nvSpPr>
        <p:spPr>
          <a:xfrm>
            <a:off x="9017461" y="2814387"/>
            <a:ext cx="2587163" cy="1147801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1" name="Subtitle Placeholder 1">
            <a:extLst>
              <a:ext uri="{FF2B5EF4-FFF2-40B4-BE49-F238E27FC236}">
                <a16:creationId xmlns:a16="http://schemas.microsoft.com/office/drawing/2014/main" id="{1F098099-1B91-2132-7A3C-96ECC6B85F01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9017461" y="2186546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72E2B65-BFE2-7B55-E270-1504BD32DAFB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9017461" y="4508541"/>
            <a:ext cx="2587163" cy="1147801"/>
          </a:xfrm>
        </p:spPr>
        <p:txBody>
          <a:bodyPr lIns="0" tIns="0" rIns="0" bIns="108000" anchor="b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3" name="Subtitle Placeholder 2">
            <a:extLst>
              <a:ext uri="{FF2B5EF4-FFF2-40B4-BE49-F238E27FC236}">
                <a16:creationId xmlns:a16="http://schemas.microsoft.com/office/drawing/2014/main" id="{4810BC5A-03DF-BD29-CB35-F35144C1746A}"/>
              </a:ext>
            </a:extLst>
          </p:cNvPr>
          <p:cNvSpPr>
            <a:spLocks noGrp="1"/>
          </p:cNvSpPr>
          <p:nvPr>
            <p:ph type="body" idx="30"/>
            <p:custDataLst>
              <p:tags r:id="rId5"/>
            </p:custDataLst>
          </p:nvPr>
        </p:nvSpPr>
        <p:spPr>
          <a:xfrm>
            <a:off x="9017461" y="5658247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8E1A891-CDDF-24D9-3132-165640C4789C}"/>
              </a:ext>
            </a:extLst>
          </p:cNvPr>
          <p:cNvSpPr>
            <a:spLocks noGrp="1"/>
          </p:cNvSpPr>
          <p:nvPr>
            <p:ph type="body" idx="31"/>
            <p:custDataLst>
              <p:tags r:id="rId6"/>
            </p:custDataLst>
          </p:nvPr>
        </p:nvSpPr>
        <p:spPr>
          <a:xfrm>
            <a:off x="597534" y="2811983"/>
            <a:ext cx="2587163" cy="1147801"/>
          </a:xfrm>
        </p:spPr>
        <p:txBody>
          <a:bodyPr lIns="0" tIns="108000" rIns="0" bIns="0" anchor="t" anchorCtr="0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5" name="Subtitle Placeholder 4">
            <a:extLst>
              <a:ext uri="{FF2B5EF4-FFF2-40B4-BE49-F238E27FC236}">
                <a16:creationId xmlns:a16="http://schemas.microsoft.com/office/drawing/2014/main" id="{C7F3EDB7-B078-6964-2B9D-E8136FA7BC0D}"/>
              </a:ext>
            </a:extLst>
          </p:cNvPr>
          <p:cNvSpPr>
            <a:spLocks noGrp="1"/>
          </p:cNvSpPr>
          <p:nvPr>
            <p:ph type="body" idx="32"/>
            <p:custDataLst>
              <p:tags r:id="rId7"/>
            </p:custDataLst>
          </p:nvPr>
        </p:nvSpPr>
        <p:spPr>
          <a:xfrm>
            <a:off x="597534" y="2184142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4F9F7B4-4074-9693-1410-B89588B3DB40}"/>
              </a:ext>
            </a:extLst>
          </p:cNvPr>
          <p:cNvSpPr>
            <a:spLocks noGrp="1"/>
          </p:cNvSpPr>
          <p:nvPr>
            <p:ph type="body" idx="33"/>
            <p:custDataLst>
              <p:tags r:id="rId8"/>
            </p:custDataLst>
          </p:nvPr>
        </p:nvSpPr>
        <p:spPr>
          <a:xfrm>
            <a:off x="597534" y="4506137"/>
            <a:ext cx="2587163" cy="1147801"/>
          </a:xfrm>
        </p:spPr>
        <p:txBody>
          <a:bodyPr lIns="0" tIns="0" rIns="0" bIns="108000" anchor="b" anchorCtr="0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7" name="Subtitle Placeholder 3">
            <a:extLst>
              <a:ext uri="{FF2B5EF4-FFF2-40B4-BE49-F238E27FC236}">
                <a16:creationId xmlns:a16="http://schemas.microsoft.com/office/drawing/2014/main" id="{D1108AF7-C4F5-9547-8A56-DBFDB6BC281F}"/>
              </a:ext>
            </a:extLst>
          </p:cNvPr>
          <p:cNvSpPr>
            <a:spLocks noGrp="1"/>
          </p:cNvSpPr>
          <p:nvPr>
            <p:ph type="body" idx="34"/>
            <p:custDataLst>
              <p:tags r:id="rId9"/>
            </p:custDataLst>
          </p:nvPr>
        </p:nvSpPr>
        <p:spPr>
          <a:xfrm>
            <a:off x="597534" y="5655843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3DF90304-C5C1-B196-94CF-0D61E7625296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512423" y="586604"/>
            <a:ext cx="6336648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50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768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Ellipse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4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Ellipse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Ellipse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601104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5" name="Straight Connector">
            <a:extLst>
              <a:ext uri="{FF2B5EF4-FFF2-40B4-BE49-F238E27FC236}">
                <a16:creationId xmlns:a16="http://schemas.microsoft.com/office/drawing/2014/main" id="{9066A260-9DAD-4574-54FA-C74B682B4B42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489" y="1335436"/>
            <a:ext cx="0" cy="115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593C21-4C64-7B70-73A1-882EC04772D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1"/>
            </p:custDataLst>
          </p:nvPr>
        </p:nvSpPr>
        <p:spPr>
          <a:xfrm>
            <a:off x="6331412" y="1336315"/>
            <a:ext cx="5276999" cy="1157442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956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48898"/>
            <a:ext cx="4116388" cy="26189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  <p:custDataLst>
              <p:tags r:id="rId4"/>
            </p:custDataLst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3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AAF0927-60AA-2E70-21DA-B169FE622C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294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A42FC63-E3E9-ADF6-12D4-A938DE8BB3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127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980010-D5E4-128C-6EB9-4E785B7459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75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B58DB9E0-A111-D80B-F056-E870998443A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170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A53BED7D-9B4C-F0B0-35EC-131C9D48E12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2"/>
            </p:custDataLst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  <p:custDataLst>
              <p:tags r:id="rId13"/>
            </p:custDataLst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adial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  <p:custDataLst>
              <p:tags r:id="rId14"/>
            </p:custDataLst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728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2DD536-A2A5-57D4-7C13-0C85489060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-642" y="2236169"/>
            <a:ext cx="4116388" cy="4621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28013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291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DCAE93-984F-6BAF-7659-0C1DB74808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7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BC909B0-AB3A-A385-E788-BE45F87851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735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C8BD1B8-800F-2024-8154-C9971B993F6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875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2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3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 4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6"/>
            </p:custDataLst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 5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7"/>
            </p:custDataLst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Ellipse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Ellipse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Ellipse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5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  <p:custDataLst>
              <p:tags r:id="rId16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 5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Ellipse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Ellipse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Ellipse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8">
            <a:extLst>
              <a:ext uri="{FF2B5EF4-FFF2-40B4-BE49-F238E27FC236}">
                <a16:creationId xmlns:a16="http://schemas.microsoft.com/office/drawing/2014/main" id="{5A26558B-0525-FB29-EF45-80C92BDA03D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Graphic" descr="Портфель со сплошной заливкой">
            <a:extLst>
              <a:ext uri="{FF2B5EF4-FFF2-40B4-BE49-F238E27FC236}">
                <a16:creationId xmlns:a16="http://schemas.microsoft.com/office/drawing/2014/main" id="{344C855E-92EC-2C28-0571-62C38248954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Title Placeholder">
            <a:extLst>
              <a:ext uri="{FF2B5EF4-FFF2-40B4-BE49-F238E27FC236}">
                <a16:creationId xmlns:a16="http://schemas.microsoft.com/office/drawing/2014/main" id="{B22F82B4-6412-294B-FDD1-48AB364A232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3368CB5-12A6-51B1-428D-1F28EC9419F9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9" name="Group 44">
            <a:extLst>
              <a:ext uri="{FF2B5EF4-FFF2-40B4-BE49-F238E27FC236}">
                <a16:creationId xmlns:a16="http://schemas.microsoft.com/office/drawing/2014/main" id="{AC960928-8B2C-B317-78E1-90189127D736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10" name="Ellipse">
              <a:extLst>
                <a:ext uri="{FF2B5EF4-FFF2-40B4-BE49-F238E27FC236}">
                  <a16:creationId xmlns:a16="http://schemas.microsoft.com/office/drawing/2014/main" id="{7601F897-D78F-05AB-4F01-7A36AF2CA475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80" descr="Земля контур">
              <a:extLst>
                <a:ext uri="{FF2B5EF4-FFF2-40B4-BE49-F238E27FC236}">
                  <a16:creationId xmlns:a16="http://schemas.microsoft.com/office/drawing/2014/main" id="{36DF1F58-62F3-AA61-02BC-246516E4A0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12" name="Group 45">
            <a:extLst>
              <a:ext uri="{FF2B5EF4-FFF2-40B4-BE49-F238E27FC236}">
                <a16:creationId xmlns:a16="http://schemas.microsoft.com/office/drawing/2014/main" id="{16CA26DB-7821-3826-5A1D-64AD65C7F0DC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C4E29D4C-04F1-26C9-EF5C-CCCEEA04935C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85" descr="Конверт контур">
              <a:extLst>
                <a:ext uri="{FF2B5EF4-FFF2-40B4-BE49-F238E27FC236}">
                  <a16:creationId xmlns:a16="http://schemas.microsoft.com/office/drawing/2014/main" id="{D3A91794-7213-B35A-DFF0-F37BD4FB99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FA3DCA17-864A-8C7D-6DA1-C8D665E954E1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E6D9B325-4B99-1810-5EBD-D724C0766BC4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27AE8DA2-BC3A-F069-7EAF-BED9589D0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18" name="Group 47">
            <a:extLst>
              <a:ext uri="{FF2B5EF4-FFF2-40B4-BE49-F238E27FC236}">
                <a16:creationId xmlns:a16="http://schemas.microsoft.com/office/drawing/2014/main" id="{1FC502ED-F7AD-03A9-41AF-A773B197E2A4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8F3FD628-5D90-0410-C4C5-2D3544CE8C4A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Рисунок 95" descr="Карта с кнопкой контур">
              <a:extLst>
                <a:ext uri="{FF2B5EF4-FFF2-40B4-BE49-F238E27FC236}">
                  <a16:creationId xmlns:a16="http://schemas.microsoft.com/office/drawing/2014/main" id="{74B57A76-D679-D9F0-30ED-276DB615F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21" name="Website Name">
            <a:extLst>
              <a:ext uri="{FF2B5EF4-FFF2-40B4-BE49-F238E27FC236}">
                <a16:creationId xmlns:a16="http://schemas.microsoft.com/office/drawing/2014/main" id="{BEAA21EE-ABDF-8981-D25C-4E330ABA8CF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Website Value">
            <a:extLst>
              <a:ext uri="{FF2B5EF4-FFF2-40B4-BE49-F238E27FC236}">
                <a16:creationId xmlns:a16="http://schemas.microsoft.com/office/drawing/2014/main" id="{B78DCB8B-8663-B304-036E-888FF3BD5C34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Email Name">
            <a:extLst>
              <a:ext uri="{FF2B5EF4-FFF2-40B4-BE49-F238E27FC236}">
                <a16:creationId xmlns:a16="http://schemas.microsoft.com/office/drawing/2014/main" id="{155406DB-FB47-187F-8ECC-20F42F829B6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4" name="Email Value">
            <a:extLst>
              <a:ext uri="{FF2B5EF4-FFF2-40B4-BE49-F238E27FC236}">
                <a16:creationId xmlns:a16="http://schemas.microsoft.com/office/drawing/2014/main" id="{179DC5C7-DB26-F43E-BC57-02B7340B1E47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hone Name">
            <a:extLst>
              <a:ext uri="{FF2B5EF4-FFF2-40B4-BE49-F238E27FC236}">
                <a16:creationId xmlns:a16="http://schemas.microsoft.com/office/drawing/2014/main" id="{BFE3A930-3FDE-4794-E443-4FE07D79767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Phone Value">
            <a:extLst>
              <a:ext uri="{FF2B5EF4-FFF2-40B4-BE49-F238E27FC236}">
                <a16:creationId xmlns:a16="http://schemas.microsoft.com/office/drawing/2014/main" id="{2635F375-184A-747F-EF58-67E3EE9F7677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Location Name">
            <a:extLst>
              <a:ext uri="{FF2B5EF4-FFF2-40B4-BE49-F238E27FC236}">
                <a16:creationId xmlns:a16="http://schemas.microsoft.com/office/drawing/2014/main" id="{05F657C9-EB7F-BD1C-57DA-21C5ED5B0E1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Location Value">
            <a:extLst>
              <a:ext uri="{FF2B5EF4-FFF2-40B4-BE49-F238E27FC236}">
                <a16:creationId xmlns:a16="http://schemas.microsoft.com/office/drawing/2014/main" id="{E16B9E15-7380-79BA-CF52-0A633FDB3B1B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4433CE7-83EC-49D5-B4D6-C9C43ED4AB2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368F9CD-3BB9-9B15-5A63-452D0C946C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7EF3019-007A-FEDB-D022-EEE4050A1FB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9" name="Group 44">
            <a:extLst>
              <a:ext uri="{FF2B5EF4-FFF2-40B4-BE49-F238E27FC236}">
                <a16:creationId xmlns:a16="http://schemas.microsoft.com/office/drawing/2014/main" id="{032B4C2F-5732-B8B1-F6DD-57A97FECE97D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10" name="Ellipse">
              <a:extLst>
                <a:ext uri="{FF2B5EF4-FFF2-40B4-BE49-F238E27FC236}">
                  <a16:creationId xmlns:a16="http://schemas.microsoft.com/office/drawing/2014/main" id="{0A6495DE-5CA6-19D1-34F6-85E7F33DCB55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80" descr="Земля контур">
              <a:extLst>
                <a:ext uri="{FF2B5EF4-FFF2-40B4-BE49-F238E27FC236}">
                  <a16:creationId xmlns:a16="http://schemas.microsoft.com/office/drawing/2014/main" id="{39D53E88-6C34-FF34-163F-7E47AAF243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12" name="Group 45">
            <a:extLst>
              <a:ext uri="{FF2B5EF4-FFF2-40B4-BE49-F238E27FC236}">
                <a16:creationId xmlns:a16="http://schemas.microsoft.com/office/drawing/2014/main" id="{D66F5D95-C13E-F7CC-F871-E9CDEB5053E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52BCB202-5E58-8A4B-BD5E-52112C27509E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4" name="Рисунок 85" descr="Конверт контур">
              <a:extLst>
                <a:ext uri="{FF2B5EF4-FFF2-40B4-BE49-F238E27FC236}">
                  <a16:creationId xmlns:a16="http://schemas.microsoft.com/office/drawing/2014/main" id="{CE2EB9F9-A8AF-9045-9DED-B8FE7FEA68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2EF92684-4243-C75C-608B-0697621BE02B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7B40B329-24F4-6C58-76E3-7EB5F2232AAC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614CE211-EDAC-5B08-A8AA-867A78A06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18" name="Group 47">
            <a:extLst>
              <a:ext uri="{FF2B5EF4-FFF2-40B4-BE49-F238E27FC236}">
                <a16:creationId xmlns:a16="http://schemas.microsoft.com/office/drawing/2014/main" id="{28317329-A6BE-03D6-7569-7B4C1E03C33A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FC50EAD9-7598-95FA-930A-B14F198CAC7D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Рисунок 95" descr="Карта с кнопкой контур">
              <a:extLst>
                <a:ext uri="{FF2B5EF4-FFF2-40B4-BE49-F238E27FC236}">
                  <a16:creationId xmlns:a16="http://schemas.microsoft.com/office/drawing/2014/main" id="{2C3089F5-201B-5979-EF83-B1B4EB6AC1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21" name="Website Name">
            <a:extLst>
              <a:ext uri="{FF2B5EF4-FFF2-40B4-BE49-F238E27FC236}">
                <a16:creationId xmlns:a16="http://schemas.microsoft.com/office/drawing/2014/main" id="{04226030-37A1-6BD5-366A-E44A7E43BBB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Website Value">
            <a:extLst>
              <a:ext uri="{FF2B5EF4-FFF2-40B4-BE49-F238E27FC236}">
                <a16:creationId xmlns:a16="http://schemas.microsoft.com/office/drawing/2014/main" id="{208F0DCB-DE85-0571-F622-87728287395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Email Name">
            <a:extLst>
              <a:ext uri="{FF2B5EF4-FFF2-40B4-BE49-F238E27FC236}">
                <a16:creationId xmlns:a16="http://schemas.microsoft.com/office/drawing/2014/main" id="{3799C18C-8130-8FB4-5511-2D1F3CDC7F2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4" name="Email Value">
            <a:extLst>
              <a:ext uri="{FF2B5EF4-FFF2-40B4-BE49-F238E27FC236}">
                <a16:creationId xmlns:a16="http://schemas.microsoft.com/office/drawing/2014/main" id="{12567578-2452-C11D-B409-B83C8E5C3B92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hone Name">
            <a:extLst>
              <a:ext uri="{FF2B5EF4-FFF2-40B4-BE49-F238E27FC236}">
                <a16:creationId xmlns:a16="http://schemas.microsoft.com/office/drawing/2014/main" id="{5525F812-EB38-3EFF-7D00-BF03F7EF46B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Phone Value">
            <a:extLst>
              <a:ext uri="{FF2B5EF4-FFF2-40B4-BE49-F238E27FC236}">
                <a16:creationId xmlns:a16="http://schemas.microsoft.com/office/drawing/2014/main" id="{F43036C8-501F-4CFC-863E-2C38AD4B94AF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Location Name">
            <a:extLst>
              <a:ext uri="{FF2B5EF4-FFF2-40B4-BE49-F238E27FC236}">
                <a16:creationId xmlns:a16="http://schemas.microsoft.com/office/drawing/2014/main" id="{B440AFC0-8FBC-6B77-E1B7-D20BDFABFCD1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Location Value">
            <a:extLst>
              <a:ext uri="{FF2B5EF4-FFF2-40B4-BE49-F238E27FC236}">
                <a16:creationId xmlns:a16="http://schemas.microsoft.com/office/drawing/2014/main" id="{9F3CA58A-44E2-6773-37C3-93A62B0D16DE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Freeform: Shape 2">
            <a:extLst>
              <a:ext uri="{FF2B5EF4-FFF2-40B4-BE49-F238E27FC236}">
                <a16:creationId xmlns:a16="http://schemas.microsoft.com/office/drawing/2014/main" id="{DF3CCF54-511E-4E0E-A5A0-C81CC5181369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S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1"/>
            </p:custDataLst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  <p:custDataLst>
              <p:tags r:id="rId12"/>
            </p:custDataLst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3"/>
            </p:custDataLst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  <p:custDataLst>
              <p:tags r:id="rId14"/>
            </p:custDataLst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5"/>
            </p:custDataLst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  <p:custDataLst>
              <p:tags r:id="rId16"/>
            </p:custDataLst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1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 1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3"/>
            </p:custDataLst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4"/>
            </p:custDataLst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 2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  <p:custDataLst>
              <p:tags r:id="rId9"/>
            </p:custDataLst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 3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10"/>
            </p:custDataLst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  <p:custDataLst>
              <p:tags r:id="rId11"/>
            </p:custDataLst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CFB395-65C3-C716-A9EC-6BBBC2953BEA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1"/>
            </p:custDataLst>
          </p:nvPr>
        </p:nvSpPr>
        <p:spPr>
          <a:xfrm>
            <a:off x="591650" y="4477687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820468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4"/>
            </p:custDataLst>
          </p:nvPr>
        </p:nvSpPr>
        <p:spPr>
          <a:xfrm>
            <a:off x="4334975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8082913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5873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Subtitle Placeholder 2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349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ubtitle Placeholder 3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80825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C31B67F-FFDD-D836-618D-0675B8EBDD74}"/>
              </a:ext>
            </a:extLst>
          </p:cNvPr>
          <p:cNvCxnSpPr>
            <a:cxnSpLocks/>
          </p:cNvCxnSpPr>
          <p:nvPr userDrawn="1"/>
        </p:nvCxnSpPr>
        <p:spPr>
          <a:xfrm>
            <a:off x="587375" y="4339994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812B8D8D-AEAC-ECC8-9180-2BDF15ED8F6C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11AA1393-38DF-7F19-E6AC-9B45671CB622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9475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89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4" y="5099803"/>
            <a:ext cx="5396239" cy="307777"/>
          </a:xfrm>
        </p:spPr>
        <p:txBody>
          <a:bodyPr wrap="square" lIns="0" tIns="0" rIns="216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6210658" y="5100459"/>
            <a:ext cx="5389991" cy="307777"/>
          </a:xfrm>
        </p:spPr>
        <p:txBody>
          <a:bodyPr wrap="square" lIns="108000" tIns="0" rIns="108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17956"/>
            <a:ext cx="0" cy="3460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17956"/>
            <a:ext cx="5396704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08118" y="2817956"/>
            <a:ext cx="5389991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5"/>
            </p:custDataLst>
          </p:nvPr>
        </p:nvSpPr>
        <p:spPr>
          <a:xfrm>
            <a:off x="591650" y="5442201"/>
            <a:ext cx="5389692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6210658" y="5442200"/>
            <a:ext cx="538999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5579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 rot="16200000">
            <a:off x="9490699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5" y="4817496"/>
            <a:ext cx="3524096" cy="615553"/>
          </a:xfrm>
        </p:spPr>
        <p:txBody>
          <a:bodyPr wrap="square" lIns="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67319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8111758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70206" y="2806666"/>
            <a:ext cx="0" cy="3470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25766" y="2806666"/>
            <a:ext cx="0" cy="3471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06667"/>
            <a:ext cx="3524400" cy="179483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5FD769A-7BDB-BCE4-9AD0-FC792D2F184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35786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080225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6"/>
            </p:custDataLst>
          </p:nvPr>
        </p:nvSpPr>
        <p:spPr>
          <a:xfrm>
            <a:off x="591650" y="5454072"/>
            <a:ext cx="3519821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ED7686-1B07-0A20-1359-DAB0E3D463F9}"/>
              </a:ext>
            </a:extLst>
          </p:cNvPr>
          <p:cNvSpPr>
            <a:spLocks noGrp="1"/>
          </p:cNvSpPr>
          <p:nvPr>
            <p:ph type="body" idx="34"/>
            <p:custDataLst>
              <p:tags r:id="rId7"/>
            </p:custDataLst>
          </p:nvPr>
        </p:nvSpPr>
        <p:spPr>
          <a:xfrm>
            <a:off x="4367319" y="5454072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8"/>
            </p:custDataLst>
          </p:nvPr>
        </p:nvSpPr>
        <p:spPr>
          <a:xfrm>
            <a:off x="8111758" y="5454071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91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ABEB19-A811-E4FE-FB5B-A16E03018291}"/>
              </a:ext>
            </a:extLst>
          </p:cNvPr>
          <p:cNvSpPr/>
          <p:nvPr userDrawn="1"/>
        </p:nvSpPr>
        <p:spPr>
          <a:xfrm rot="10800000">
            <a:off x="0" y="148662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4653"/>
            <a:ext cx="842058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298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2848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3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725546" y="3038725"/>
            <a:ext cx="5262503" cy="1071880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/>
            <p:custDataLst>
              <p:tags r:id="rId4"/>
            </p:custDataLst>
          </p:nvPr>
        </p:nvSpPr>
        <p:spPr>
          <a:xfrm>
            <a:off x="6331412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6331413" y="3038725"/>
            <a:ext cx="5273212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725545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9859BA26-5A14-9402-5309-E5E27FB65AC4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2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D8CCA0A3-582F-7996-36B4-9B594963CE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7"/>
            </p:custDataLst>
          </p:nvPr>
        </p:nvSpPr>
        <p:spPr>
          <a:xfrm>
            <a:off x="6331413" y="2617381"/>
            <a:ext cx="5272786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4D9509D8-D956-04E6-E6D3-9DA260EE2407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725546" y="2617381"/>
            <a:ext cx="5262499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Subtitle Placeholder 4">
            <a:extLst>
              <a:ext uri="{FF2B5EF4-FFF2-40B4-BE49-F238E27FC236}">
                <a16:creationId xmlns:a16="http://schemas.microsoft.com/office/drawing/2014/main" id="{311C939E-37DC-9665-FBBC-6A92C7BA620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6331887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330D9E86-0815-5CF4-D122-A47F270BFDEE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725828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15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920061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br>
              <a:rPr lang="en-US" dirty="0"/>
            </a:b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514840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518650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131887CB-A394-F22D-D6BB-F44B2E48F0E2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1439" y="4595769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F1E3906-30C9-0258-5358-32F0F88D9F01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1439" y="5195628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7" name="Straight Connector">
            <a:extLst>
              <a:ext uri="{FF2B5EF4-FFF2-40B4-BE49-F238E27FC236}">
                <a16:creationId xmlns:a16="http://schemas.microsoft.com/office/drawing/2014/main" id="{F191B52C-7938-6ABF-4C19-66104E713582}"/>
              </a:ext>
            </a:extLst>
          </p:cNvPr>
          <p:cNvCxnSpPr>
            <a:cxnSpLocks/>
          </p:cNvCxnSpPr>
          <p:nvPr userDrawn="1"/>
        </p:nvCxnSpPr>
        <p:spPr>
          <a:xfrm>
            <a:off x="620798" y="5194358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C422D6A-7D64-CF12-FDAE-C05406DA4A67}"/>
              </a:ext>
            </a:extLst>
          </p:cNvPr>
          <p:cNvSpPr/>
          <p:nvPr userDrawn="1"/>
        </p:nvSpPr>
        <p:spPr>
          <a:xfrm>
            <a:off x="6208224" y="2920060"/>
            <a:ext cx="5983775" cy="33603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Ins="0" bIns="0" rtlCol="0" anchor="ctr" anchorCtr="0"/>
          <a:lstStyle/>
          <a:p>
            <a:pPr algn="ctr"/>
            <a:endParaRPr lang="ru-RU" dirty="0"/>
          </a:p>
        </p:txBody>
      </p:sp>
      <p:sp>
        <p:nvSpPr>
          <p:cNvPr id="19" name="Subtitle Placeholder 2">
            <a:extLst>
              <a:ext uri="{FF2B5EF4-FFF2-40B4-BE49-F238E27FC236}">
                <a16:creationId xmlns:a16="http://schemas.microsoft.com/office/drawing/2014/main" id="{7612D4FE-8F85-66CB-75F2-5AFE89450D6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4" y="2920060"/>
            <a:ext cx="5404846" cy="598589"/>
          </a:xfrm>
        </p:spPr>
        <p:txBody>
          <a:bodyPr wrap="square" lIns="216000" tIns="216000" rIns="0" bIns="72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EC8CC47-C120-A69E-DA74-FA24491B237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6208224" y="3526415"/>
            <a:ext cx="5391485" cy="1437930"/>
          </a:xfrm>
        </p:spPr>
        <p:txBody>
          <a:bodyPr wrap="square"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7982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6559709" y="3017580"/>
            <a:ext cx="5040000" cy="3256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428114"/>
            <a:ext cx="5040000" cy="380480"/>
          </a:xfrm>
        </p:spPr>
        <p:txBody>
          <a:bodyPr wrap="square" lIns="0" tIns="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2291" y="3014980"/>
            <a:ext cx="5040000" cy="3255559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564625" y="2428114"/>
            <a:ext cx="5040000" cy="380480"/>
          </a:xfrm>
        </p:spPr>
        <p:txBody>
          <a:bodyPr wrap="square" lIns="0" tIns="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5"/>
            </p:custDataLst>
          </p:nvPr>
        </p:nvSpPr>
        <p:spPr>
          <a:xfrm>
            <a:off x="6564625" y="3014649"/>
            <a:ext cx="5040000" cy="3256220"/>
          </a:xfrm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0B3EDB0-01C6-27DB-D0EF-C6D5398EC16D}"/>
              </a:ext>
            </a:extLst>
          </p:cNvPr>
          <p:cNvSpPr/>
          <p:nvPr userDrawn="1"/>
        </p:nvSpPr>
        <p:spPr>
          <a:xfrm>
            <a:off x="5988051" y="4394046"/>
            <a:ext cx="288924" cy="497427"/>
          </a:xfrm>
          <a:prstGeom prst="rightArrow">
            <a:avLst>
              <a:gd name="adj1" fmla="val 43114"/>
              <a:gd name="adj2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1DE6B08-89AA-F3DC-57F8-3AB4457E11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1650" y="1313707"/>
            <a:ext cx="110080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9182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Graphic 8" descr="Open quotation mark with solid fill">
            <a:extLst>
              <a:ext uri="{FF2B5EF4-FFF2-40B4-BE49-F238E27FC236}">
                <a16:creationId xmlns:a16="http://schemas.microsoft.com/office/drawing/2014/main" id="{37BAEFC4-A7A6-7FF3-1696-CC175F3CE7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5688" y="1412240"/>
            <a:ext cx="1054644" cy="1054644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885707" y="2173272"/>
            <a:ext cx="8420587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B6B9A0-B3DE-FBE6-AD68-ECE372E24875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3398121" y="5537734"/>
            <a:ext cx="5395759" cy="222625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160DDADB-2037-AAD6-BCAC-C315320D3B0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9499256" y="4401277"/>
            <a:ext cx="1054644" cy="1054644"/>
          </a:xfrm>
          <a:prstGeom prst="rect">
            <a:avLst/>
          </a:prstGeom>
        </p:spPr>
      </p:pic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055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976E85-1DD3-9EA9-0C27-1CDC76B0A8B0}"/>
              </a:ext>
            </a:extLst>
          </p:cNvPr>
          <p:cNvSpPr>
            <a:spLocks noGrp="1"/>
          </p:cNvSpPr>
          <p:nvPr>
            <p:ph type="body" sz="quarter" idx="32"/>
            <p:custDataLst>
              <p:tags r:id="rId3"/>
            </p:custDataLst>
          </p:nvPr>
        </p:nvSpPr>
        <p:spPr>
          <a:xfrm>
            <a:off x="4332288" y="1313706"/>
            <a:ext cx="7257096" cy="4971965"/>
          </a:xfrm>
        </p:spPr>
        <p:txBody>
          <a:bodyPr>
            <a:noAutofit/>
          </a:bodyPr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612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Image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3F9BDAF-97BD-B7E8-E596-FA7F78EF37EB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858302"/>
            <a:ext cx="11016000" cy="41549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7C98F59F-A6C9-2B50-6862-5346466525A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1309407"/>
            <a:ext cx="1100741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000" spc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79F6F6C-B0C0-FD55-BA23-AAC3C485E66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1802406"/>
            <a:ext cx="11017250" cy="3839898"/>
          </a:xfrm>
          <a:prstGeom prst="round2SameRect">
            <a:avLst>
              <a:gd name="adj1" fmla="val 1154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989A2208-4E6D-1AD6-32D2-AB05C3649BD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D2D3368-569E-CC8A-A8A7-FA642F931BB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1967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B6737F-E545-50F8-5414-AC135C8D9DEF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4E22C4B1-7E49-FB7E-4C6F-33773DCE17F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97765" y="3443315"/>
            <a:ext cx="5390284" cy="2832570"/>
          </a:xfrm>
        </p:spPr>
        <p:txBody>
          <a:bodyPr wrap="square" lIns="0" tIns="0" rIns="216000" bIns="0" anchor="ctr" anchorCtr="0">
            <a:noAutofit/>
          </a:bodyPr>
          <a:lstStyle>
            <a:lvl1pPr marL="0" marR="0" indent="2667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11645982-54D3-C26F-CEBD-A6130A448B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05781B3D-6DFB-A981-E576-EBBA29CD6CA3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B9EF54-9B31-F027-E3F6-FE3AED0936B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5400674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A37ABB1E-503E-5217-35FE-32C90FEC7D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7869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creen-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29952C-D488-354A-3257-8D97E520EB46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650552"/>
            <a:ext cx="11016000" cy="62324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F1E030C2-BCA9-6AC1-5CEF-18F8CC03D0E9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588000" y="2171700"/>
            <a:ext cx="11016000" cy="326285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639B6EFC-A201-CDD6-DAA1-47074FEE5D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804AB72-69EB-280B-06B9-B95EC6C1097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CB8FFA-19EB-EC5F-63F5-B3836A302C4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5861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9A0CE7-855D-E4A8-C2D9-7C446F9DD66F}"/>
              </a:ext>
            </a:extLst>
          </p:cNvPr>
          <p:cNvSpPr/>
          <p:nvPr userDrawn="1"/>
        </p:nvSpPr>
        <p:spPr>
          <a:xfrm rot="10800000">
            <a:off x="0" y="1486619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9965CBDB-F0FF-07D0-C370-552BE8A64C2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83E0A47-A057-B7F0-1EB4-AB1F255A559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5274B-4A7D-1CD8-44AC-FC3BDDA3B76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7BDD06D6-C58B-FDF5-CE0E-0F7748F196D1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6214341" y="1159613"/>
            <a:ext cx="5390284" cy="5116272"/>
          </a:xfrm>
        </p:spPr>
        <p:txBody>
          <a:bodyPr wrap="square" lIns="0" tIns="0" rIns="216000" bIns="0" anchor="b" anchorCtr="0">
            <a:spAutoFit/>
          </a:bodyPr>
          <a:lstStyle>
            <a:lvl1pPr marL="0" marR="0" indent="2667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817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6" name="Title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0337832E-E630-13BE-D8D7-8EB89C0367A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5" y="2252506"/>
            <a:ext cx="5400675" cy="4150926"/>
          </a:xfrm>
        </p:spPr>
        <p:txBody>
          <a:bodyPr wrap="square" lIns="0" tIns="72000" rIns="108000" bIns="0" anchor="t" anchorCtr="0">
            <a:spAutoFit/>
          </a:bodyPr>
          <a:lstStyle>
            <a:lvl1pPr marL="0" marR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8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</a:p>
          <a:p>
            <a:pPr marL="0" marR="0" lvl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6B4CF58A-BDEE-6F4A-0D5C-F4B00B00C49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203952" y="2252506"/>
            <a:ext cx="5400675" cy="4150926"/>
          </a:xfrm>
        </p:spPr>
        <p:txBody>
          <a:bodyPr wrap="square" lIns="108000" tIns="72000" rIns="0" bIns="0" anchor="t" anchorCtr="0">
            <a:spAutoFit/>
          </a:bodyPr>
          <a:lstStyle>
            <a:lvl1pPr marL="0" marR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8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</a:p>
          <a:p>
            <a:pPr marL="0" marR="0" lvl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8769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28075"/>
            <a:ext cx="11012973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795" y="2185155"/>
            <a:ext cx="0" cy="4062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3847" y="2147590"/>
            <a:ext cx="5171831" cy="4137543"/>
          </a:xfrm>
        </p:spPr>
        <p:txBody>
          <a:bodyPr wrap="square" lIns="0" tIns="0" rIns="0" bIns="0" anchor="t" anchorCtr="0">
            <a:spAutoFit/>
          </a:bodyPr>
          <a:lstStyle>
            <a:lvl1pPr marL="0" marR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E3E627-91BC-2FBD-6622-ACDBD0FB4CCB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>
          <a:xfrm>
            <a:off x="6426322" y="2147590"/>
            <a:ext cx="5171831" cy="4137543"/>
          </a:xfrm>
        </p:spPr>
        <p:txBody>
          <a:bodyPr wrap="square" lIns="0" tIns="0" rIns="0" bIns="0" anchor="t" anchorCtr="0">
            <a:spAutoFit/>
          </a:bodyPr>
          <a:lstStyle>
            <a:lvl1pPr marL="0" marR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6947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detail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0111D9-9615-C1EC-934E-C33457C00A1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1800" b="0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1786329"/>
            <a:ext cx="11017250" cy="4487473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25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s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48DC1BE-C31D-8AE3-8317-D399DBDC8C9D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48112CE-69B1-72D8-D066-7C9A90A77CC9}"/>
              </a:ext>
            </a:extLst>
          </p:cNvPr>
          <p:cNvSpPr/>
          <p:nvPr userDrawn="1"/>
        </p:nvSpPr>
        <p:spPr>
          <a:xfrm>
            <a:off x="7292051" y="2489715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12700" cap="rnd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DA48F15-CA24-1353-958B-629642B0E302}"/>
              </a:ext>
            </a:extLst>
          </p:cNvPr>
          <p:cNvSpPr/>
          <p:nvPr userDrawn="1"/>
        </p:nvSpPr>
        <p:spPr>
          <a:xfrm flipV="1">
            <a:off x="7292051" y="5423017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12700" cap="rnd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E4D2055-3BB0-ED18-2F05-7F54AB392136}"/>
              </a:ext>
            </a:extLst>
          </p:cNvPr>
          <p:cNvSpPr/>
          <p:nvPr userDrawn="1"/>
        </p:nvSpPr>
        <p:spPr>
          <a:xfrm flipH="1">
            <a:off x="3416027" y="2489715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12700" cap="rnd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DB7AF34-914B-2785-579E-95818C922181}"/>
              </a:ext>
            </a:extLst>
          </p:cNvPr>
          <p:cNvSpPr/>
          <p:nvPr userDrawn="1"/>
        </p:nvSpPr>
        <p:spPr>
          <a:xfrm flipH="1" flipV="1">
            <a:off x="3416027" y="5423017"/>
            <a:ext cx="1504708" cy="555584"/>
          </a:xfrm>
          <a:custGeom>
            <a:avLst/>
            <a:gdLst>
              <a:gd name="connsiteX0" fmla="*/ 0 w 1504708"/>
              <a:gd name="connsiteY0" fmla="*/ 555584 h 555584"/>
              <a:gd name="connsiteX1" fmla="*/ 555584 w 1504708"/>
              <a:gd name="connsiteY1" fmla="*/ 0 h 555584"/>
              <a:gd name="connsiteX2" fmla="*/ 1504708 w 1504708"/>
              <a:gd name="connsiteY2" fmla="*/ 0 h 55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4708" h="555584">
                <a:moveTo>
                  <a:pt x="0" y="555584"/>
                </a:moveTo>
                <a:lnTo>
                  <a:pt x="555584" y="0"/>
                </a:lnTo>
                <a:lnTo>
                  <a:pt x="1504708" y="0"/>
                </a:lnTo>
              </a:path>
            </a:pathLst>
          </a:custGeom>
          <a:noFill/>
          <a:ln w="12700" cap="rnd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701A77F-3F56-CD18-BB7D-9EB1DC5C0B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7207" y="1309407"/>
            <a:ext cx="1100741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F17186-F990-95C9-2A7C-3CD15E4B09C7}"/>
              </a:ext>
            </a:extLst>
          </p:cNvPr>
          <p:cNvGrpSpPr/>
          <p:nvPr userDrawn="1"/>
        </p:nvGrpSpPr>
        <p:grpSpPr>
          <a:xfrm>
            <a:off x="4304030" y="2440080"/>
            <a:ext cx="3583940" cy="3583941"/>
            <a:chOff x="4304030" y="2342361"/>
            <a:chExt cx="3583940" cy="3583941"/>
          </a:xfrm>
        </p:grpSpPr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B17A118D-F887-7080-915D-C4D78CA6D779}"/>
                </a:ext>
              </a:extLst>
            </p:cNvPr>
            <p:cNvSpPr/>
            <p:nvPr userDrawn="1"/>
          </p:nvSpPr>
          <p:spPr>
            <a:xfrm rot="5400000"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" name="Block Arc 11">
              <a:extLst>
                <a:ext uri="{FF2B5EF4-FFF2-40B4-BE49-F238E27FC236}">
                  <a16:creationId xmlns:a16="http://schemas.microsoft.com/office/drawing/2014/main" id="{638B7A18-25D7-DD0D-4B73-617BA8406D56}"/>
                </a:ext>
              </a:extLst>
            </p:cNvPr>
            <p:cNvSpPr/>
            <p:nvPr userDrawn="1"/>
          </p:nvSpPr>
          <p:spPr>
            <a:xfrm rot="10800000"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762BAC4C-696B-72B1-88CA-C2AC74653347}"/>
                </a:ext>
              </a:extLst>
            </p:cNvPr>
            <p:cNvSpPr/>
            <p:nvPr userDrawn="1"/>
          </p:nvSpPr>
          <p:spPr>
            <a:xfrm rot="16200000">
              <a:off x="4304030" y="2342362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Block Arc 13">
              <a:extLst>
                <a:ext uri="{FF2B5EF4-FFF2-40B4-BE49-F238E27FC236}">
                  <a16:creationId xmlns:a16="http://schemas.microsoft.com/office/drawing/2014/main" id="{E002897F-1F6B-7EC0-6B4B-682C61BC1918}"/>
                </a:ext>
              </a:extLst>
            </p:cNvPr>
            <p:cNvSpPr/>
            <p:nvPr userDrawn="1"/>
          </p:nvSpPr>
          <p:spPr>
            <a:xfrm>
              <a:off x="4304030" y="2342361"/>
              <a:ext cx="3583940" cy="3583940"/>
            </a:xfrm>
            <a:prstGeom prst="blockArc">
              <a:avLst>
                <a:gd name="adj1" fmla="val 10800000"/>
                <a:gd name="adj2" fmla="val 16204557"/>
                <a:gd name="adj3" fmla="val 989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7325B39-B7D4-D5F5-F79C-A28EEAC81CB6}"/>
              </a:ext>
            </a:extLst>
          </p:cNvPr>
          <p:cNvSpPr/>
          <p:nvPr userDrawn="1"/>
        </p:nvSpPr>
        <p:spPr>
          <a:xfrm>
            <a:off x="6871374" y="2625490"/>
            <a:ext cx="831186" cy="831186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D88E84-C21C-BBAB-F08E-1E00A6298CE3}"/>
              </a:ext>
            </a:extLst>
          </p:cNvPr>
          <p:cNvSpPr/>
          <p:nvPr userDrawn="1"/>
        </p:nvSpPr>
        <p:spPr>
          <a:xfrm>
            <a:off x="6871374" y="5007424"/>
            <a:ext cx="831186" cy="831186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6A89CF-5486-BC49-0DB5-1ECDC97F721F}"/>
              </a:ext>
            </a:extLst>
          </p:cNvPr>
          <p:cNvSpPr/>
          <p:nvPr userDrawn="1"/>
        </p:nvSpPr>
        <p:spPr>
          <a:xfrm>
            <a:off x="4505142" y="5007424"/>
            <a:ext cx="831186" cy="831186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CE80BE-5FFE-1D70-1956-7C7D0D233567}"/>
              </a:ext>
            </a:extLst>
          </p:cNvPr>
          <p:cNvSpPr/>
          <p:nvPr userDrawn="1"/>
        </p:nvSpPr>
        <p:spPr>
          <a:xfrm>
            <a:off x="4505142" y="2625490"/>
            <a:ext cx="831186" cy="831186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0E87C50-CF0E-9173-417E-FDE322B8C58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244545" y="3380595"/>
            <a:ext cx="1702911" cy="1702911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D12291B6-11B4-3D21-477F-21CA6A3309AD}"/>
              </a:ext>
            </a:extLst>
          </p:cNvPr>
          <p:cNvSpPr>
            <a:spLocks noGrp="1"/>
          </p:cNvSpPr>
          <p:nvPr>
            <p:ph type="body" idx="25"/>
            <p:custDataLst>
              <p:tags r:id="rId2"/>
            </p:custDataLst>
          </p:nvPr>
        </p:nvSpPr>
        <p:spPr>
          <a:xfrm>
            <a:off x="9017461" y="2837537"/>
            <a:ext cx="2587163" cy="1080000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1" name="Subtitle Placeholder 1">
            <a:extLst>
              <a:ext uri="{FF2B5EF4-FFF2-40B4-BE49-F238E27FC236}">
                <a16:creationId xmlns:a16="http://schemas.microsoft.com/office/drawing/2014/main" id="{1F098099-1B91-2132-7A3C-96ECC6B85F01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9017461" y="2186546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72E2B65-BFE2-7B55-E270-1504BD32DAFB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>
          <a:xfrm>
            <a:off x="9017461" y="4543266"/>
            <a:ext cx="2587163" cy="1080000"/>
          </a:xfrm>
        </p:spPr>
        <p:txBody>
          <a:bodyPr lIns="0" tIns="0" rIns="0" bIns="108000" anchor="b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3" name="Subtitle Placeholder 2">
            <a:extLst>
              <a:ext uri="{FF2B5EF4-FFF2-40B4-BE49-F238E27FC236}">
                <a16:creationId xmlns:a16="http://schemas.microsoft.com/office/drawing/2014/main" id="{4810BC5A-03DF-BD29-CB35-F35144C1746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5"/>
            </p:custDataLst>
          </p:nvPr>
        </p:nvSpPr>
        <p:spPr>
          <a:xfrm>
            <a:off x="9017461" y="5658247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68E1A891-CDDF-24D9-3132-165640C4789C}"/>
              </a:ext>
            </a:extLst>
          </p:cNvPr>
          <p:cNvSpPr>
            <a:spLocks noGrp="1"/>
          </p:cNvSpPr>
          <p:nvPr>
            <p:ph type="body" idx="31"/>
            <p:custDataLst>
              <p:tags r:id="rId6"/>
            </p:custDataLst>
          </p:nvPr>
        </p:nvSpPr>
        <p:spPr>
          <a:xfrm>
            <a:off x="597534" y="2835133"/>
            <a:ext cx="2587163" cy="1079577"/>
          </a:xfrm>
        </p:spPr>
        <p:txBody>
          <a:bodyPr lIns="0" tIns="108000" rIns="0" bIns="0" anchor="t" anchorCtr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5" name="Subtitle Placeholder 4">
            <a:extLst>
              <a:ext uri="{FF2B5EF4-FFF2-40B4-BE49-F238E27FC236}">
                <a16:creationId xmlns:a16="http://schemas.microsoft.com/office/drawing/2014/main" id="{C7F3EDB7-B078-6964-2B9D-E8136FA7BC0D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7"/>
            </p:custDataLst>
          </p:nvPr>
        </p:nvSpPr>
        <p:spPr>
          <a:xfrm>
            <a:off x="597534" y="2184142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4F9F7B4-4074-9693-1410-B89588B3DB40}"/>
              </a:ext>
            </a:extLst>
          </p:cNvPr>
          <p:cNvSpPr>
            <a:spLocks noGrp="1"/>
          </p:cNvSpPr>
          <p:nvPr>
            <p:ph type="body" idx="33"/>
            <p:custDataLst>
              <p:tags r:id="rId8"/>
            </p:custDataLst>
          </p:nvPr>
        </p:nvSpPr>
        <p:spPr>
          <a:xfrm>
            <a:off x="597534" y="4540862"/>
            <a:ext cx="2587163" cy="1080000"/>
          </a:xfrm>
        </p:spPr>
        <p:txBody>
          <a:bodyPr lIns="0" tIns="0" rIns="0" bIns="108000" anchor="b" anchorCtr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7" name="Subtitle Placeholder 3">
            <a:extLst>
              <a:ext uri="{FF2B5EF4-FFF2-40B4-BE49-F238E27FC236}">
                <a16:creationId xmlns:a16="http://schemas.microsoft.com/office/drawing/2014/main" id="{D1108AF7-C4F5-9547-8A56-DBFDB6BC281F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9"/>
            </p:custDataLst>
          </p:nvPr>
        </p:nvSpPr>
        <p:spPr>
          <a:xfrm>
            <a:off x="597534" y="5655843"/>
            <a:ext cx="2587164" cy="615553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7" name="Graphic" descr="Портфель со сплошной заливкой">
            <a:extLst>
              <a:ext uri="{FF2B5EF4-FFF2-40B4-BE49-F238E27FC236}">
                <a16:creationId xmlns:a16="http://schemas.microsoft.com/office/drawing/2014/main" id="{0A37A263-7AB1-28B0-3E70-7374E94CF69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A3CCFB0-D823-0735-94B1-5BF0564F4A7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0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19439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91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slideLayout" Target="../slideLayouts/slideLayout7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slideLayout" Target="../slideLayouts/slideLayout77.xml"/><Relationship Id="rId7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70" Type="http://schemas.openxmlformats.org/officeDocument/2006/relationships/slideLayout" Target="../slideLayouts/slideLayout81.xml"/><Relationship Id="rId75" Type="http://schemas.openxmlformats.org/officeDocument/2006/relationships/slideLayout" Target="../slideLayouts/slideLayout86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7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6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71" Type="http://schemas.openxmlformats.org/officeDocument/2006/relationships/slideLayout" Target="../slideLayouts/slideLayout82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07.xml"/><Relationship Id="rId42" Type="http://schemas.openxmlformats.org/officeDocument/2006/relationships/slideLayout" Target="../slideLayouts/slideLayout128.xml"/><Relationship Id="rId47" Type="http://schemas.openxmlformats.org/officeDocument/2006/relationships/slideLayout" Target="../slideLayouts/slideLayout133.xml"/><Relationship Id="rId63" Type="http://schemas.openxmlformats.org/officeDocument/2006/relationships/slideLayout" Target="../slideLayouts/slideLayout149.xml"/><Relationship Id="rId68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97.xml"/><Relationship Id="rId24" Type="http://schemas.openxmlformats.org/officeDocument/2006/relationships/slideLayout" Target="../slideLayouts/slideLayout110.xml"/><Relationship Id="rId32" Type="http://schemas.openxmlformats.org/officeDocument/2006/relationships/slideLayout" Target="../slideLayouts/slideLayout118.xml"/><Relationship Id="rId37" Type="http://schemas.openxmlformats.org/officeDocument/2006/relationships/slideLayout" Target="../slideLayouts/slideLayout123.xml"/><Relationship Id="rId40" Type="http://schemas.openxmlformats.org/officeDocument/2006/relationships/slideLayout" Target="../slideLayouts/slideLayout126.xml"/><Relationship Id="rId45" Type="http://schemas.openxmlformats.org/officeDocument/2006/relationships/slideLayout" Target="../slideLayouts/slideLayout131.xml"/><Relationship Id="rId53" Type="http://schemas.openxmlformats.org/officeDocument/2006/relationships/slideLayout" Target="../slideLayouts/slideLayout139.xml"/><Relationship Id="rId58" Type="http://schemas.openxmlformats.org/officeDocument/2006/relationships/slideLayout" Target="../slideLayouts/slideLayout144.xml"/><Relationship Id="rId66" Type="http://schemas.openxmlformats.org/officeDocument/2006/relationships/slideLayout" Target="../slideLayouts/slideLayout152.xml"/><Relationship Id="rId74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91.xml"/><Relationship Id="rId61" Type="http://schemas.openxmlformats.org/officeDocument/2006/relationships/slideLayout" Target="../slideLayouts/slideLayout147.xml"/><Relationship Id="rId1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108.xml"/><Relationship Id="rId27" Type="http://schemas.openxmlformats.org/officeDocument/2006/relationships/slideLayout" Target="../slideLayouts/slideLayout113.xml"/><Relationship Id="rId30" Type="http://schemas.openxmlformats.org/officeDocument/2006/relationships/slideLayout" Target="../slideLayouts/slideLayout116.xml"/><Relationship Id="rId35" Type="http://schemas.openxmlformats.org/officeDocument/2006/relationships/slideLayout" Target="../slideLayouts/slideLayout121.xml"/><Relationship Id="rId43" Type="http://schemas.openxmlformats.org/officeDocument/2006/relationships/slideLayout" Target="../slideLayouts/slideLayout129.xml"/><Relationship Id="rId48" Type="http://schemas.openxmlformats.org/officeDocument/2006/relationships/slideLayout" Target="../slideLayouts/slideLayout134.xml"/><Relationship Id="rId56" Type="http://schemas.openxmlformats.org/officeDocument/2006/relationships/slideLayout" Target="../slideLayouts/slideLayout142.xml"/><Relationship Id="rId64" Type="http://schemas.openxmlformats.org/officeDocument/2006/relationships/slideLayout" Target="../slideLayouts/slideLayout150.xml"/><Relationship Id="rId69" Type="http://schemas.openxmlformats.org/officeDocument/2006/relationships/slideLayout" Target="../slideLayouts/slideLayout155.xml"/><Relationship Id="rId77" Type="http://schemas.openxmlformats.org/officeDocument/2006/relationships/tags" Target="../tags/tag527.xml"/><Relationship Id="rId8" Type="http://schemas.openxmlformats.org/officeDocument/2006/relationships/slideLayout" Target="../slideLayouts/slideLayout94.xml"/><Relationship Id="rId51" Type="http://schemas.openxmlformats.org/officeDocument/2006/relationships/slideLayout" Target="../slideLayouts/slideLayout137.xml"/><Relationship Id="rId72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5" Type="http://schemas.openxmlformats.org/officeDocument/2006/relationships/slideLayout" Target="../slideLayouts/slideLayout111.xml"/><Relationship Id="rId33" Type="http://schemas.openxmlformats.org/officeDocument/2006/relationships/slideLayout" Target="../slideLayouts/slideLayout119.xml"/><Relationship Id="rId38" Type="http://schemas.openxmlformats.org/officeDocument/2006/relationships/slideLayout" Target="../slideLayouts/slideLayout124.xml"/><Relationship Id="rId46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45.xml"/><Relationship Id="rId67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106.xml"/><Relationship Id="rId41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40.xml"/><Relationship Id="rId62" Type="http://schemas.openxmlformats.org/officeDocument/2006/relationships/slideLayout" Target="../slideLayouts/slideLayout148.xml"/><Relationship Id="rId70" Type="http://schemas.openxmlformats.org/officeDocument/2006/relationships/slideLayout" Target="../slideLayouts/slideLayout156.xml"/><Relationship Id="rId75" Type="http://schemas.openxmlformats.org/officeDocument/2006/relationships/theme" Target="../theme/theme3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1.xml"/><Relationship Id="rId23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4.xml"/><Relationship Id="rId36" Type="http://schemas.openxmlformats.org/officeDocument/2006/relationships/slideLayout" Target="../slideLayouts/slideLayout122.xml"/><Relationship Id="rId49" Type="http://schemas.openxmlformats.org/officeDocument/2006/relationships/slideLayout" Target="../slideLayouts/slideLayout135.xml"/><Relationship Id="rId57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17.xml"/><Relationship Id="rId44" Type="http://schemas.openxmlformats.org/officeDocument/2006/relationships/slideLayout" Target="../slideLayouts/slideLayout130.xml"/><Relationship Id="rId52" Type="http://schemas.openxmlformats.org/officeDocument/2006/relationships/slideLayout" Target="../slideLayouts/slideLayout138.xml"/><Relationship Id="rId60" Type="http://schemas.openxmlformats.org/officeDocument/2006/relationships/slideLayout" Target="../slideLayouts/slideLayout146.xml"/><Relationship Id="rId65" Type="http://schemas.openxmlformats.org/officeDocument/2006/relationships/slideLayout" Target="../slideLayouts/slideLayout151.xml"/><Relationship Id="rId73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20.xml"/><Relationship Id="rId50" Type="http://schemas.openxmlformats.org/officeDocument/2006/relationships/slideLayout" Target="../slideLayouts/slideLayout136.xml"/><Relationship Id="rId55" Type="http://schemas.openxmlformats.org/officeDocument/2006/relationships/slideLayout" Target="../slideLayouts/slideLayout141.xml"/><Relationship Id="rId76" Type="http://schemas.openxmlformats.org/officeDocument/2006/relationships/tags" Target="../tags/tag526.xml"/><Relationship Id="rId7" Type="http://schemas.openxmlformats.org/officeDocument/2006/relationships/slideLayout" Target="../slideLayouts/slideLayout93.xml"/><Relationship Id="rId71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BE9DAD-465A-DDC9-A724-9D3A5AD5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C9D62E-C80A-D10B-3C58-33CC8C7BF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4C275A-0E44-0702-7B83-EA074D43A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5979B-E109-4F83-A8F3-66EF823A5E47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0C69DE-2CC7-4EEF-B735-D3602DBA4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F106A7-521E-CEC9-E9F4-5617176B5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38BDF-15A2-46A3-A2A6-5904AC71A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92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C856EB71-562D-6CA2-3EF1-E90DBC2AC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207" y="62804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33663-4344-4711-B9F5-6FAF6501A89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2D99616C-BA80-8023-96D2-5E6E848F9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3516" y="628040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4" r:id="rId2"/>
    <p:sldLayoutId id="2147483832" r:id="rId3"/>
    <p:sldLayoutId id="2147483753" r:id="rId4"/>
    <p:sldLayoutId id="2147483699" r:id="rId5"/>
    <p:sldLayoutId id="2147483706" r:id="rId6"/>
    <p:sldLayoutId id="2147483754" r:id="rId7"/>
    <p:sldLayoutId id="2147483806" r:id="rId8"/>
    <p:sldLayoutId id="2147483758" r:id="rId9"/>
    <p:sldLayoutId id="2147483845" r:id="rId10"/>
    <p:sldLayoutId id="2147483761" r:id="rId11"/>
    <p:sldLayoutId id="2147483762" r:id="rId12"/>
    <p:sldLayoutId id="2147483757" r:id="rId13"/>
    <p:sldLayoutId id="2147483708" r:id="rId14"/>
    <p:sldLayoutId id="2147483711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09" r:id="rId21"/>
    <p:sldLayoutId id="2147483710" r:id="rId22"/>
    <p:sldLayoutId id="2147483771" r:id="rId23"/>
    <p:sldLayoutId id="2147483773" r:id="rId24"/>
    <p:sldLayoutId id="2147483772" r:id="rId25"/>
    <p:sldLayoutId id="2147483836" r:id="rId26"/>
    <p:sldLayoutId id="2147483837" r:id="rId27"/>
    <p:sldLayoutId id="2147483957" r:id="rId28"/>
    <p:sldLayoutId id="2147483855" r:id="rId29"/>
    <p:sldLayoutId id="2147483856" r:id="rId30"/>
    <p:sldLayoutId id="2147483841" r:id="rId31"/>
    <p:sldLayoutId id="2147483842" r:id="rId32"/>
    <p:sldLayoutId id="2147483843" r:id="rId33"/>
    <p:sldLayoutId id="2147483844" r:id="rId34"/>
    <p:sldLayoutId id="2147483774" r:id="rId35"/>
    <p:sldLayoutId id="2147483793" r:id="rId36"/>
    <p:sldLayoutId id="2147483794" r:id="rId37"/>
    <p:sldLayoutId id="2147483795" r:id="rId38"/>
    <p:sldLayoutId id="2147483807" r:id="rId39"/>
    <p:sldLayoutId id="2147483798" r:id="rId40"/>
    <p:sldLayoutId id="2147483799" r:id="rId41"/>
    <p:sldLayoutId id="2147483800" r:id="rId42"/>
    <p:sldLayoutId id="2147483801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7" r:id="rId52"/>
    <p:sldLayoutId id="2147483819" r:id="rId53"/>
    <p:sldLayoutId id="2147483822" r:id="rId54"/>
    <p:sldLayoutId id="2147483823" r:id="rId55"/>
    <p:sldLayoutId id="2147483824" r:id="rId56"/>
    <p:sldLayoutId id="2147483835" r:id="rId57"/>
    <p:sldLayoutId id="2147483846" r:id="rId58"/>
    <p:sldLayoutId id="2147483847" r:id="rId59"/>
    <p:sldLayoutId id="2147483848" r:id="rId60"/>
    <p:sldLayoutId id="2147483849" r:id="rId61"/>
    <p:sldLayoutId id="2147483850" r:id="rId62"/>
    <p:sldLayoutId id="2147483851" r:id="rId63"/>
    <p:sldLayoutId id="2147483852" r:id="rId64"/>
    <p:sldLayoutId id="2147483956" r:id="rId65"/>
    <p:sldLayoutId id="2147483857" r:id="rId66"/>
    <p:sldLayoutId id="2147483958" r:id="rId67"/>
    <p:sldLayoutId id="2147483859" r:id="rId68"/>
    <p:sldLayoutId id="2147483959" r:id="rId69"/>
    <p:sldLayoutId id="2147483825" r:id="rId70"/>
    <p:sldLayoutId id="2147483826" r:id="rId71"/>
    <p:sldLayoutId id="2147483861" r:id="rId72"/>
    <p:sldLayoutId id="2147483960" r:id="rId73"/>
    <p:sldLayoutId id="2147483863" r:id="rId74"/>
    <p:sldLayoutId id="2147483955" r:id="rId7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76"/>
            </p:custDataLst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77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‹nº›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938" r:id="rId9"/>
    <p:sldLayoutId id="2147483874" r:id="rId10"/>
    <p:sldLayoutId id="2147483878" r:id="rId11"/>
    <p:sldLayoutId id="2147483879" r:id="rId12"/>
    <p:sldLayoutId id="2147483853" r:id="rId13"/>
    <p:sldLayoutId id="2147483854" r:id="rId14"/>
    <p:sldLayoutId id="2147483880" r:id="rId15"/>
    <p:sldLayoutId id="2147483881" r:id="rId16"/>
    <p:sldLayoutId id="2147483858" r:id="rId17"/>
    <p:sldLayoutId id="2147483882" r:id="rId18"/>
    <p:sldLayoutId id="2147483883" r:id="rId19"/>
    <p:sldLayoutId id="2147483860" r:id="rId20"/>
    <p:sldLayoutId id="2147483862" r:id="rId21"/>
    <p:sldLayoutId id="2147483886" r:id="rId22"/>
    <p:sldLayoutId id="2147483887" r:id="rId23"/>
    <p:sldLayoutId id="2147483888" r:id="rId24"/>
    <p:sldLayoutId id="2147483890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  <p:sldLayoutId id="2147483937" r:id="rId34"/>
    <p:sldLayoutId id="2147483901" r:id="rId35"/>
    <p:sldLayoutId id="2147483902" r:id="rId36"/>
    <p:sldLayoutId id="2147483903" r:id="rId37"/>
    <p:sldLayoutId id="2147483905" r:id="rId38"/>
    <p:sldLayoutId id="2147483906" r:id="rId39"/>
    <p:sldLayoutId id="2147483907" r:id="rId40"/>
    <p:sldLayoutId id="2147483908" r:id="rId41"/>
    <p:sldLayoutId id="2147483909" r:id="rId42"/>
    <p:sldLayoutId id="2147483910" r:id="rId43"/>
    <p:sldLayoutId id="2147483911" r:id="rId44"/>
    <p:sldLayoutId id="2147483912" r:id="rId45"/>
    <p:sldLayoutId id="2147483913" r:id="rId46"/>
    <p:sldLayoutId id="2147483914" r:id="rId47"/>
    <p:sldLayoutId id="2147483915" r:id="rId48"/>
    <p:sldLayoutId id="2147483916" r:id="rId49"/>
    <p:sldLayoutId id="2147483917" r:id="rId50"/>
    <p:sldLayoutId id="2147483919" r:id="rId51"/>
    <p:sldLayoutId id="2147483920" r:id="rId52"/>
    <p:sldLayoutId id="2147483921" r:id="rId53"/>
    <p:sldLayoutId id="2147483922" r:id="rId54"/>
    <p:sldLayoutId id="2147483923" r:id="rId55"/>
    <p:sldLayoutId id="2147483928" r:id="rId56"/>
    <p:sldLayoutId id="2147483939" r:id="rId57"/>
    <p:sldLayoutId id="2147483940" r:id="rId58"/>
    <p:sldLayoutId id="2147483941" r:id="rId59"/>
    <p:sldLayoutId id="2147483942" r:id="rId60"/>
    <p:sldLayoutId id="2147483943" r:id="rId61"/>
    <p:sldLayoutId id="2147483944" r:id="rId62"/>
    <p:sldLayoutId id="2147483945" r:id="rId63"/>
    <p:sldLayoutId id="2147483946" r:id="rId64"/>
    <p:sldLayoutId id="2147483947" r:id="rId65"/>
    <p:sldLayoutId id="2147483948" r:id="rId66"/>
    <p:sldLayoutId id="2147483949" r:id="rId67"/>
    <p:sldLayoutId id="2147483961" r:id="rId68"/>
    <p:sldLayoutId id="2147483962" r:id="rId69"/>
    <p:sldLayoutId id="2147483950" r:id="rId70"/>
    <p:sldLayoutId id="2147483951" r:id="rId71"/>
    <p:sldLayoutId id="2147483952" r:id="rId72"/>
    <p:sldLayoutId id="2147483953" r:id="rId73"/>
    <p:sldLayoutId id="2147483963" r:id="rId7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43.xml"/><Relationship Id="rId2" Type="http://schemas.openxmlformats.org/officeDocument/2006/relationships/tags" Target="../tags/tag1042.xml"/><Relationship Id="rId1" Type="http://schemas.openxmlformats.org/officeDocument/2006/relationships/tags" Target="../tags/tag1041.xml"/><Relationship Id="rId6" Type="http://schemas.openxmlformats.org/officeDocument/2006/relationships/image" Target="../media/image66.jpeg"/><Relationship Id="rId5" Type="http://schemas.openxmlformats.org/officeDocument/2006/relationships/slideLayout" Target="../slideLayouts/slideLayout87.xml"/><Relationship Id="rId4" Type="http://schemas.openxmlformats.org/officeDocument/2006/relationships/tags" Target="../tags/tag10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047.xml"/><Relationship Id="rId7" Type="http://schemas.openxmlformats.org/officeDocument/2006/relationships/image" Target="../media/image67.jpeg"/><Relationship Id="rId2" Type="http://schemas.openxmlformats.org/officeDocument/2006/relationships/tags" Target="../tags/tag1046.xml"/><Relationship Id="rId1" Type="http://schemas.openxmlformats.org/officeDocument/2006/relationships/tags" Target="../tags/tag1045.xml"/><Relationship Id="rId6" Type="http://schemas.openxmlformats.org/officeDocument/2006/relationships/slideLayout" Target="../slideLayouts/slideLayout99.xml"/><Relationship Id="rId5" Type="http://schemas.openxmlformats.org/officeDocument/2006/relationships/tags" Target="../tags/tag1049.xml"/><Relationship Id="rId4" Type="http://schemas.openxmlformats.org/officeDocument/2006/relationships/tags" Target="../tags/tag10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57.xml"/><Relationship Id="rId3" Type="http://schemas.openxmlformats.org/officeDocument/2006/relationships/tags" Target="../tags/tag1052.xml"/><Relationship Id="rId7" Type="http://schemas.openxmlformats.org/officeDocument/2006/relationships/tags" Target="../tags/tag1056.xml"/><Relationship Id="rId2" Type="http://schemas.openxmlformats.org/officeDocument/2006/relationships/tags" Target="../tags/tag1051.xml"/><Relationship Id="rId1" Type="http://schemas.openxmlformats.org/officeDocument/2006/relationships/tags" Target="../tags/tag1050.xml"/><Relationship Id="rId6" Type="http://schemas.openxmlformats.org/officeDocument/2006/relationships/tags" Target="../tags/tag1055.xml"/><Relationship Id="rId5" Type="http://schemas.openxmlformats.org/officeDocument/2006/relationships/tags" Target="../tags/tag1054.xml"/><Relationship Id="rId4" Type="http://schemas.openxmlformats.org/officeDocument/2006/relationships/tags" Target="../tags/tag1053.xml"/><Relationship Id="rId9" Type="http://schemas.openxmlformats.org/officeDocument/2006/relationships/slideLayout" Target="../slideLayouts/slideLayout10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0.xml"/><Relationship Id="rId5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E14DD-4C51-EC60-95AF-C991B47CF263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pt-BR"/>
              <a:t>MOVIMENTO CONTÍNUO DA ÁGUA.</a:t>
            </a:r>
            <a:endParaRPr lang="en-UZ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E7021E1-08CD-802B-A18F-AAC65FA2EBDF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2"/>
            </p:custDataLst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CREATED BY: Your Name DATE: janeiro-2026</a:t>
            </a:r>
            <a:endParaRPr lang="ru-RU" dirty="0"/>
          </a:p>
        </p:txBody>
      </p:sp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6F192E5C-4B79-AC7F-6E82-326D17F22FEC}"/>
              </a:ext>
            </a:extLst>
          </p:cNvPr>
          <p:cNvPicPr>
            <a:picLocks noGrp="1" noChangeAspect="1"/>
          </p:cNvPicPr>
          <p:nvPr>
            <p:ph type="pic" sz="quarter" idx="4294967295"/>
            <p:custDataLst>
              <p:tags r:id="rId3"/>
            </p:custDataLst>
          </p:nvPr>
        </p:nvPicPr>
        <p:blipFill>
          <a:blip r:embed="rId6"/>
          <a:srcRect l="1421" r="1421"/>
          <a:stretch>
            <a:fillRect/>
          </a:stretch>
        </p:blipFill>
        <p:spPr>
          <a:xfrm>
            <a:off x="587375" y="3078163"/>
            <a:ext cx="11017250" cy="3779837"/>
          </a:xfrm>
          <a:prstGeom prst="round2SameRect">
            <a:avLst>
              <a:gd name="adj1" fmla="val 13573"/>
              <a:gd name="adj2" fmla="val 0"/>
            </a:avLst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30E03D0-55B0-B7D6-C0B3-F507E4582A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pt-BR"/>
              <a:t>CICLO DA ÁGUA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47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E03DE-E17A-FAA4-C925-7187064A936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pt-BR"/>
              <a:t>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1EC482-323A-E3CA-2B43-02BFF1EED0D8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pt-BR"/>
              <a:t>Ciclo da Água</a:t>
            </a:r>
          </a:p>
        </p:txBody>
      </p: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6065861E-08FD-0F75-C018-5B99868A7E2B}"/>
              </a:ext>
            </a:extLst>
          </p:cNvPr>
          <p:cNvPicPr>
            <a:picLocks noGrp="1" noChangeAspect="1"/>
          </p:cNvPicPr>
          <p:nvPr>
            <p:ph type="pic" sz="quarter" idx="12"/>
            <p:custDataLst>
              <p:tags r:id="rId3"/>
            </p:custDataLst>
          </p:nvPr>
        </p:nvPicPr>
        <p:blipFill>
          <a:blip r:embed="rId7"/>
          <a:srcRect t="417" b="417"/>
          <a:stretch>
            <a:fillRect/>
          </a:stretch>
        </p:blipFill>
        <p:spPr/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7C2351-9ADF-563F-8596-3099AC94E465}"/>
              </a:ext>
            </a:extLst>
          </p:cNvPr>
          <p:cNvSpPr>
            <a:spLocks noGrp="1"/>
          </p:cNvSpPr>
          <p:nvPr>
            <p:ph type="body" idx="2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pt-BR"/>
              <a:t>CICLO HIDROLÓGICO NA NATUREZA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FC882CD-DC84-1F65-A588-A9754B04856C}"/>
              </a:ext>
            </a:extLst>
          </p:cNvPr>
          <p:cNvSpPr>
            <a:spLocks noGrp="1"/>
          </p:cNvSpPr>
          <p:nvPr>
            <p:ph type="body" idx="24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pt-BR"/>
              <a:t>O ciclo da água é o movimento contínuo e dinâmico da água entre os vastos oceanos, os extensos continentes e a atmosfera, mudando de estado físico ao longo do caminho, como de líquido para vapor. Ele regula o clima ao transportar calor, sustenta ecossistemas ao renovar a umidade do solo e influencia a disponibilidade de água doce. Alterações no uso do solo e na temperatura global podem intensificar secas e enchentes.</a:t>
            </a:r>
          </a:p>
        </p:txBody>
      </p:sp>
    </p:spTree>
    <p:extLst>
      <p:ext uri="{BB962C8B-B14F-4D97-AF65-F5344CB8AC3E}">
        <p14:creationId xmlns:p14="http://schemas.microsoft.com/office/powerpoint/2010/main" val="360701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585216" y="3048000"/>
          <a:ext cx="11021568" cy="3913632"/>
        </p:xfrm>
        <a:graphic>
          <a:graphicData uri="http://schemas.openxmlformats.org/drawingml/2006/table">
            <a:tbl>
              <a:tblPr/>
              <a:tblGrid>
                <a:gridCol w="367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ETAPA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O QUE ACONTECE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RESULTADO NO SISTEMA</a:t>
                      </a:r>
                      <a:endParaRPr lang="en-US" sz="14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Evaporação e transpiração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Água líquida vira vapor a partir de oceanos, rios, solo e plantas.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Aumenta a umidade do ar e transfere energia para a atmosfera.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Condensação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O vapor esfria e forma gotículas/cristais, originando nuvens.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Armazena água na atmosfera e prepara a precipitação.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Precipitação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A água retorna como chuva, neve ou granizo.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Reabastece rios, lagos, solo e vegetação.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8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Infiltração e percolação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Parte da água penetra no solo e desce para aquíferos.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Bahnschrift Light (Body)" pitchFamily="34" charset="0"/>
                          <a:ea typeface="Bahnschrift Light (Body)" pitchFamily="34" charset="-122"/>
                          <a:cs typeface="Bahnschrift Light (Body)" pitchFamily="34" charset="-120"/>
                        </a:rPr>
                        <a:t>Alimenta lençóis freáticos, nascentes e mantém vazões na seca.</a:t>
                      </a:r>
                      <a:endParaRPr lang="en-US" sz="1400" dirty="0">
                        <a:latin typeface="Bahnschrift Light (Body)" charset="0"/>
                        <a:ea typeface="Bahnschrift Light (Body)" charset="0"/>
                        <a:cs typeface="Bahnschrift Light (Body)" charset="0"/>
                      </a:endParaRPr>
                    </a:p>
                  </a:txBody>
                  <a:tcPr marL="195072" marR="195072" marT="195072" marB="1950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53BCD620-21B7-4697-B243-B33D609DE335}"/>
              </a:ext>
            </a:extLst>
          </p:cNvPr>
          <p:cNvSpPr txBox="1"/>
          <p:nvPr/>
        </p:nvSpPr>
        <p:spPr>
          <a:xfrm>
            <a:off x="591649" y="1313706"/>
            <a:ext cx="11012975" cy="62786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4800" b="1">
                <a:solidFill>
                  <a:srgbClr val="404040"/>
                </a:solidFill>
                <a:latin typeface="Bahnschrift"/>
              </a:rPr>
              <a:t>ETAPAS PRINCIPAIS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DCDE10-B0FD-421B-A9FC-BBBC6ABA5C3A}"/>
              </a:ext>
            </a:extLst>
          </p:cNvPr>
          <p:cNvSpPr txBox="1"/>
          <p:nvPr/>
        </p:nvSpPr>
        <p:spPr>
          <a:xfrm>
            <a:off x="591649" y="1941571"/>
            <a:ext cx="7268062" cy="939331"/>
          </a:xfrm>
          <a:prstGeom prst="rect">
            <a:avLst/>
          </a:prstGeom>
          <a:noFill/>
        </p:spPr>
        <p:txBody>
          <a:bodyPr vertOverflow="overflow" vert="horz" wrap="square" lIns="0" tIns="127000" rIns="0" bIns="0" rtlCol="0" anchor="t" anchorCtr="0">
            <a:spAutoFit/>
          </a:bodyPr>
          <a:lstStyle/>
          <a:p>
            <a:pPr algn="l"/>
            <a:r>
              <a:rPr lang="pt-BR" sz="1350">
                <a:solidFill>
                  <a:srgbClr val="404040"/>
                </a:solidFill>
                <a:latin typeface="Bahnschrift Light"/>
              </a:rPr>
              <a:t>As etapas do ciclo conectam atmosfera, superfície e subsolo. A tabela resume o que ocorre em cada fase e o principal efeito no ambiente e na disponibilidade de água.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E53F35-7434-46CB-BA6E-4C0A03055D57}"/>
              </a:ext>
            </a:extLst>
          </p:cNvPr>
          <p:cNvSpPr txBox="1"/>
          <p:nvPr/>
        </p:nvSpPr>
        <p:spPr>
          <a:xfrm>
            <a:off x="1087588" y="572328"/>
            <a:ext cx="4900461" cy="20774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300">
                <a:solidFill>
                  <a:srgbClr val="BCBCBC"/>
                </a:solidFill>
                <a:latin typeface="Bahnschrift Light"/>
              </a:rPr>
              <a:t>Ciclo da água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ECD7B8-5FFF-BFDD-3EB4-906761E7AB8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38AF5C1-8BDD-ECE5-44DA-281BA7E8040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6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27BB4D0-6F05-E16B-2CAA-F8D5D12B8750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pt-BR"/>
              <a:t>EVAPORAÇÃO E TRANSPIRAÇÃO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432EE48-6C6E-E200-C5B0-EE55BD0DDF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pt-BR"/>
              <a:t>PROCESSOS NATURAIS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A7AC9C-C7BC-3C90-8D7A-8E2B8B703BB2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pt-BR"/>
              <a:t>O Sol aquece a água e promove evaporação; nas plantas, a transpiração libera vapor pelos estômatos. Juntas, elevam a umidade e alimentam a atmosfera.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5CBAFD-10ED-BAA9-61C0-7F0008DC7C26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pt-BR"/>
              <a:t>Ciclo da Água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1BB1212-E9B5-75CF-A3F1-D165B8E56DD3}"/>
              </a:ext>
            </a:extLst>
          </p:cNvPr>
          <p:cNvSpPr>
            <a:spLocks noGrp="1"/>
          </p:cNvSpPr>
          <p:nvPr>
            <p:ph type="body" idx="2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pt-BR"/>
              <a:t>CONDENSAÇÃO NAS NUVENS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E26B73-1A83-FF73-4A0D-7E81B2ECF938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pt-BR"/>
              <a:t>Ao subir, o ar úmido esfria e o vapor condensa em gotículas sobre partículas do ar. Esse processo forma nuvens e neblina, concentrando água na atmosfera.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BF66DF3-704F-032A-D6DC-12D156923FDD}"/>
              </a:ext>
            </a:extLst>
          </p:cNvPr>
          <p:cNvSpPr>
            <a:spLocks noGrp="1"/>
          </p:cNvSpPr>
          <p:nvPr>
            <p:ph type="body" idx="2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pt-BR"/>
              <a:t>PRECIPITAÇÃO E RETORNO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D8886CB-36A5-23BE-9E2B-5B7A5EEC8AD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pt-BR"/>
              <a:t>Quando gotículas e cristais crescem e ficam pesados, caem como chuva, neve ou granizo. A água retorna à superfície, recarrega solos e cursos d’água.</a:t>
            </a:r>
          </a:p>
        </p:txBody>
      </p:sp>
    </p:spTree>
    <p:extLst>
      <p:ext uri="{BB962C8B-B14F-4D97-AF65-F5344CB8AC3E}">
        <p14:creationId xmlns:p14="http://schemas.microsoft.com/office/powerpoint/2010/main" val="238458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ADB8869-92C5-47CA-A87D-43500B65B123}"/>
              </a:ext>
            </a:extLst>
          </p:cNvPr>
          <p:cNvSpPr/>
          <p:nvPr/>
        </p:nvSpPr>
        <p:spPr>
          <a:xfrm>
            <a:off x="8075611" y="2236168"/>
            <a:ext cx="4116388" cy="462183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aphicFrame>
        <p:nvGraphicFramePr>
          <p:cNvPr id="2" name="Chart 0"/>
          <p:cNvGraphicFramePr/>
          <p:nvPr/>
        </p:nvGraphicFramePr>
        <p:xfrm>
          <a:off x="597408" y="2157984"/>
          <a:ext cx="7266432" cy="413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327A63C-0735-49A6-8B40-CCD8D2CCC0AC}"/>
              </a:ext>
            </a:extLst>
          </p:cNvPr>
          <p:cNvSpPr txBox="1"/>
          <p:nvPr/>
        </p:nvSpPr>
        <p:spPr>
          <a:xfrm>
            <a:off x="591650" y="1313706"/>
            <a:ext cx="11012973" cy="62786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pt-BR" sz="4800" b="1">
                <a:solidFill>
                  <a:srgbClr val="404040"/>
                </a:solidFill>
                <a:latin typeface="Bahnschrift"/>
              </a:rPr>
              <a:t>FLUXOS DA ÁGUA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EAC89E-4D0D-4FA2-886E-278B6C872272}"/>
              </a:ext>
            </a:extLst>
          </p:cNvPr>
          <p:cNvSpPr txBox="1"/>
          <p:nvPr/>
        </p:nvSpPr>
        <p:spPr>
          <a:xfrm>
            <a:off x="8080529" y="2236168"/>
            <a:ext cx="3524095" cy="1214142"/>
          </a:xfrm>
          <a:prstGeom prst="rect">
            <a:avLst/>
          </a:prstGeom>
          <a:noFill/>
        </p:spPr>
        <p:txBody>
          <a:bodyPr vertOverflow="overflow" vert="horz" wrap="square" lIns="215900" tIns="0" rIns="0" bIns="0" rtlCol="0" anchor="b" anchorCtr="0">
            <a:spAutoFit/>
          </a:bodyPr>
          <a:lstStyle/>
          <a:p>
            <a:pPr algn="l"/>
            <a:r>
              <a:rPr lang="pt-BR" sz="2000">
                <a:solidFill>
                  <a:srgbClr val="404040"/>
                </a:solidFill>
                <a:latin typeface="Bahnschrift"/>
              </a:rPr>
              <a:t>PARA ONDE VAI A ÁGUA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7BC1AE-B3B5-40F2-A9CC-2FBE4B8028E0}"/>
              </a:ext>
            </a:extLst>
          </p:cNvPr>
          <p:cNvSpPr txBox="1"/>
          <p:nvPr/>
        </p:nvSpPr>
        <p:spPr>
          <a:xfrm>
            <a:off x="8080529" y="3460242"/>
            <a:ext cx="3524095" cy="2824669"/>
          </a:xfrm>
          <a:prstGeom prst="rect">
            <a:avLst/>
          </a:prstGeom>
          <a:noFill/>
        </p:spPr>
        <p:txBody>
          <a:bodyPr vertOverflow="overflow" vert="horz" wrap="square" lIns="215900" tIns="114300" rIns="0" bIns="0" rtlCol="0" anchor="t" anchorCtr="0">
            <a:spAutoFit/>
          </a:bodyPr>
          <a:lstStyle/>
          <a:p>
            <a:pPr algn="l"/>
            <a:r>
              <a:rPr lang="pt-BR" sz="1350">
                <a:solidFill>
                  <a:srgbClr val="404040"/>
                </a:solidFill>
                <a:latin typeface="Bahnschrift Light"/>
              </a:rPr>
              <a:t>Os percentuais ilustram destinos típicos após a precipitação: 40% infiltra e recarrega aquíferos subterrâneos e nascentes; 35% escoa para rios, lagos e oceanos; 20% retorna rapidamente ao ar por evapotranspiração; 5% fica armazenada por curto período no solo ou como neve, liberando-se depois, contribuindo para o ciclo hidrológico.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FA69EE-C14D-4DB7-89E7-9FBDAB66F386}"/>
              </a:ext>
            </a:extLst>
          </p:cNvPr>
          <p:cNvSpPr txBox="1"/>
          <p:nvPr/>
        </p:nvSpPr>
        <p:spPr>
          <a:xfrm>
            <a:off x="1087588" y="572328"/>
            <a:ext cx="4900461" cy="20774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300">
                <a:solidFill>
                  <a:srgbClr val="BCBCBC"/>
                </a:solidFill>
                <a:latin typeface="Bahnschrift Light"/>
              </a:rPr>
              <a:t>Ciclo da água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C07DB1-01B4-118D-65B7-3070779A298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9615C03-4C76-D313-2ABD-2CB1D62A827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838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  <p:tag name="TAG" val="titl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  <p:tag name="TAG" val="footer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  <p:tag name="TAG" val="websiteNam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  <p:tag name="TAG" val="websiteVal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  <p:tag name="TAG" val="emailNam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  <p:tag name="TAG" val="emailVal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  <p:tag name="TAG" val="phoneNam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  <p:tag name="TAG" val="phoneVal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  <p:tag name="TAG" val="locationNam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  <p:tag name="TAG" val="locationVal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  <p:tag name="TAG" val="titl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  <p:tag name="TAG" val="footer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  <p:tag name="TAG" val="websiteNam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  <p:tag name="TAG" val="websiteVal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  <p:tag name="TAG" val="emailNam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  <p:tag name="TAG" val="emailVal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  <p:tag name="TAG" val="phoneNam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  <p:tag name="TAG" val="phoneVal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  <p:tag name="TAG" val="locationNam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  <p:tag name="TAG" val="locationVal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ai-images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ai-images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okyo">
  <a:themeElements>
    <a:clrScheme name="Tokyo Base">
      <a:dk1>
        <a:srgbClr val="353535"/>
      </a:dk1>
      <a:lt1>
        <a:sysClr val="window" lastClr="FFFFFF"/>
      </a:lt1>
      <a:dk2>
        <a:srgbClr val="353535"/>
      </a:dk2>
      <a:lt2>
        <a:srgbClr val="FFFFFF"/>
      </a:lt2>
      <a:accent1>
        <a:srgbClr val="F92500"/>
      </a:accent1>
      <a:accent2>
        <a:srgbClr val="353535"/>
      </a:accent2>
      <a:accent3>
        <a:srgbClr val="696969"/>
      </a:accent3>
      <a:accent4>
        <a:srgbClr val="B4B6A6"/>
      </a:accent4>
      <a:accent5>
        <a:srgbClr val="C9CABE"/>
      </a:accent5>
      <a:accent6>
        <a:srgbClr val="E4E5DF"/>
      </a:accent6>
      <a:hlink>
        <a:srgbClr val="F92500"/>
      </a:hlink>
      <a:folHlink>
        <a:srgbClr val="696969"/>
      </a:folHlink>
    </a:clrScheme>
    <a:fontScheme name="Другая 3">
      <a:majorFont>
        <a:latin typeface="Segoe UI Semilight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New York">
  <a:themeElements>
    <a:clrScheme name="New York Base">
      <a:dk1>
        <a:srgbClr val="404040"/>
      </a:dk1>
      <a:lt1>
        <a:sysClr val="window" lastClr="FFFFFF"/>
      </a:lt1>
      <a:dk2>
        <a:srgbClr val="2468ED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3D1416-F76F-44F7-B7B8-C35B56FFB68E}">
  <we:reference id="wa200005566" version="3.0.0.3" store="pt-BR" storeType="OMEX"/>
  <we:alternateReferences>
    <we:reference id="wa200005566" version="3.0.0.3" store="wa200005566" storeType="OMEX"/>
  </we:alternateReferences>
  <we:properties>
    <we:property name="theme" value="{&quot;name&quot;:&quot;Blue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419</Words>
  <Application>Microsoft Office PowerPoint</Application>
  <PresentationFormat>Widescreen</PresentationFormat>
  <Paragraphs>39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5</vt:i4>
      </vt:variant>
    </vt:vector>
  </HeadingPairs>
  <TitlesOfParts>
    <vt:vector size="18" baseType="lpstr">
      <vt:lpstr>Arial</vt:lpstr>
      <vt:lpstr>Bahnschrift</vt:lpstr>
      <vt:lpstr>Bahnschrift Light</vt:lpstr>
      <vt:lpstr>Bahnschrift Light (Body)</vt:lpstr>
      <vt:lpstr>Calibri</vt:lpstr>
      <vt:lpstr>Calibri Light</vt:lpstr>
      <vt:lpstr>Segoe UI</vt:lpstr>
      <vt:lpstr>Segoe UI Semilight</vt:lpstr>
      <vt:lpstr>Tahoma</vt:lpstr>
      <vt:lpstr>Wingdings</vt:lpstr>
      <vt:lpstr>Tema do Office</vt:lpstr>
      <vt:lpstr>Tokyo</vt:lpstr>
      <vt:lpstr>New York</vt:lpstr>
      <vt:lpstr>CICLO DA ÁGUA</vt:lpstr>
      <vt:lpstr>VISÃO GERAL</vt:lpstr>
      <vt:lpstr>Apresentação do PowerPoint</vt:lpstr>
      <vt:lpstr>PROCESSOS NATURAIS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Suellen Gonçalves</dc:creator>
  <cp:lastModifiedBy>Suellen Gonçalves</cp:lastModifiedBy>
  <cp:revision>9</cp:revision>
  <dcterms:created xsi:type="dcterms:W3CDTF">2026-01-31T18:43:26Z</dcterms:created>
  <dcterms:modified xsi:type="dcterms:W3CDTF">2026-01-31T19:32:42Z</dcterms:modified>
</cp:coreProperties>
</file>